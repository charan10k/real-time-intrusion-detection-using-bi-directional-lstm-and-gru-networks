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2" r:id="rId4"/>
    <p:sldId id="263" r:id="rId5"/>
    <p:sldId id="264" r:id="rId6"/>
    <p:sldId id="258" r:id="rId7"/>
    <p:sldId id="271" r:id="rId8"/>
    <p:sldId id="265" r:id="rId9"/>
    <p:sldId id="266" r:id="rId10"/>
    <p:sldId id="259" r:id="rId11"/>
    <p:sldId id="267" r:id="rId12"/>
    <p:sldId id="268" r:id="rId13"/>
    <p:sldId id="260" r:id="rId14"/>
    <p:sldId id="261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40A41-D230-4147-BB45-E2539532D095}" v="6" dt="2025-03-24T05:18:34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0 k" userId="422f85b1c9817b1c" providerId="LiveId" clId="{30040A41-D230-4147-BB45-E2539532D095}"/>
    <pc:docChg chg="custSel addSld modSld">
      <pc:chgData name="10 k" userId="422f85b1c9817b1c" providerId="LiveId" clId="{30040A41-D230-4147-BB45-E2539532D095}" dt="2025-04-06T16:05:35.058" v="222" actId="1076"/>
      <pc:docMkLst>
        <pc:docMk/>
      </pc:docMkLst>
      <pc:sldChg chg="addSp modSp mod">
        <pc:chgData name="10 k" userId="422f85b1c9817b1c" providerId="LiveId" clId="{30040A41-D230-4147-BB45-E2539532D095}" dt="2025-03-26T05:44:48.662" v="220" actId="20577"/>
        <pc:sldMkLst>
          <pc:docMk/>
          <pc:sldMk cId="0" sldId="256"/>
        </pc:sldMkLst>
        <pc:spChg chg="mod">
          <ac:chgData name="10 k" userId="422f85b1c9817b1c" providerId="LiveId" clId="{30040A41-D230-4147-BB45-E2539532D095}" dt="2025-03-24T04:50:45.019" v="4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10 k" userId="422f85b1c9817b1c" providerId="LiveId" clId="{30040A41-D230-4147-BB45-E2539532D095}" dt="2025-03-24T07:32:41.790" v="210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10 k" userId="422f85b1c9817b1c" providerId="LiveId" clId="{30040A41-D230-4147-BB45-E2539532D095}" dt="2025-03-24T05:16:12.765" v="117" actId="20577"/>
          <ac:spMkLst>
            <pc:docMk/>
            <pc:sldMk cId="0" sldId="256"/>
            <ac:spMk id="4" creationId="{22869DD2-5DA1-CD61-0BF5-1E07BAC6FC8C}"/>
          </ac:spMkLst>
        </pc:spChg>
        <pc:spChg chg="add mod">
          <ac:chgData name="10 k" userId="422f85b1c9817b1c" providerId="LiveId" clId="{30040A41-D230-4147-BB45-E2539532D095}" dt="2025-03-24T05:18:29.033" v="163" actId="1076"/>
          <ac:spMkLst>
            <pc:docMk/>
            <pc:sldMk cId="0" sldId="256"/>
            <ac:spMk id="5" creationId="{F3EF17BA-19CC-0DDA-DDED-6DC3286C7399}"/>
          </ac:spMkLst>
        </pc:spChg>
        <pc:spChg chg="add mod">
          <ac:chgData name="10 k" userId="422f85b1c9817b1c" providerId="LiveId" clId="{30040A41-D230-4147-BB45-E2539532D095}" dt="2025-03-24T05:17:35.155" v="146" actId="14100"/>
          <ac:spMkLst>
            <pc:docMk/>
            <pc:sldMk cId="0" sldId="256"/>
            <ac:spMk id="6" creationId="{83273C91-63EE-4E5A-F5F1-E10E8ED779D9}"/>
          </ac:spMkLst>
        </pc:spChg>
        <pc:spChg chg="add mod">
          <ac:chgData name="10 k" userId="422f85b1c9817b1c" providerId="LiveId" clId="{30040A41-D230-4147-BB45-E2539532D095}" dt="2025-03-26T05:44:48.662" v="220" actId="20577"/>
          <ac:spMkLst>
            <pc:docMk/>
            <pc:sldMk cId="0" sldId="256"/>
            <ac:spMk id="7" creationId="{9A3944E7-C29E-8654-95EB-87C1D5AD9FEF}"/>
          </ac:spMkLst>
        </pc:spChg>
      </pc:sldChg>
      <pc:sldChg chg="delSp modSp mod">
        <pc:chgData name="10 k" userId="422f85b1c9817b1c" providerId="LiveId" clId="{30040A41-D230-4147-BB45-E2539532D095}" dt="2025-03-24T07:33:39.710" v="215" actId="1076"/>
        <pc:sldMkLst>
          <pc:docMk/>
          <pc:sldMk cId="3234843448" sldId="264"/>
        </pc:sldMkLst>
        <pc:spChg chg="mod">
          <ac:chgData name="10 k" userId="422f85b1c9817b1c" providerId="LiveId" clId="{30040A41-D230-4147-BB45-E2539532D095}" dt="2025-03-24T07:33:39.710" v="215" actId="1076"/>
          <ac:spMkLst>
            <pc:docMk/>
            <pc:sldMk cId="3234843448" sldId="264"/>
            <ac:spMk id="7" creationId="{BEB8A9C1-BBA1-9484-750F-45EB8AA013E0}"/>
          </ac:spMkLst>
        </pc:spChg>
        <pc:picChg chg="mod">
          <ac:chgData name="10 k" userId="422f85b1c9817b1c" providerId="LiveId" clId="{30040A41-D230-4147-BB45-E2539532D095}" dt="2025-03-24T07:33:23.008" v="214" actId="14100"/>
          <ac:picMkLst>
            <pc:docMk/>
            <pc:sldMk cId="3234843448" sldId="264"/>
            <ac:picMk id="5" creationId="{C5E84110-6D32-BC3D-6281-5E5F8F403406}"/>
          </ac:picMkLst>
        </pc:picChg>
      </pc:sldChg>
      <pc:sldChg chg="addSp delSp modSp mod">
        <pc:chgData name="10 k" userId="422f85b1c9817b1c" providerId="LiveId" clId="{30040A41-D230-4147-BB45-E2539532D095}" dt="2025-03-24T05:21:09.578" v="208" actId="14100"/>
        <pc:sldMkLst>
          <pc:docMk/>
          <pc:sldMk cId="1030945848" sldId="265"/>
        </pc:sldMkLst>
        <pc:spChg chg="add mod">
          <ac:chgData name="10 k" userId="422f85b1c9817b1c" providerId="LiveId" clId="{30040A41-D230-4147-BB45-E2539532D095}" dt="2025-03-24T05:21:04.626" v="207" actId="1076"/>
          <ac:spMkLst>
            <pc:docMk/>
            <pc:sldMk cId="1030945848" sldId="265"/>
            <ac:spMk id="4" creationId="{FF67292A-43E5-3B0F-5498-97AB354491E5}"/>
          </ac:spMkLst>
        </pc:spChg>
        <pc:picChg chg="mod">
          <ac:chgData name="10 k" userId="422f85b1c9817b1c" providerId="LiveId" clId="{30040A41-D230-4147-BB45-E2539532D095}" dt="2025-03-24T05:21:09.578" v="208" actId="14100"/>
          <ac:picMkLst>
            <pc:docMk/>
            <pc:sldMk cId="1030945848" sldId="265"/>
            <ac:picMk id="5" creationId="{8360614A-BF22-E6A1-C08E-195C6CAA0434}"/>
          </ac:picMkLst>
        </pc:picChg>
      </pc:sldChg>
      <pc:sldChg chg="delSp modSp new mod">
        <pc:chgData name="10 k" userId="422f85b1c9817b1c" providerId="LiveId" clId="{30040A41-D230-4147-BB45-E2539532D095}" dt="2025-03-23T19:18:43.177" v="16" actId="1076"/>
        <pc:sldMkLst>
          <pc:docMk/>
          <pc:sldMk cId="2875786646" sldId="270"/>
        </pc:sldMkLst>
        <pc:spChg chg="mod">
          <ac:chgData name="10 k" userId="422f85b1c9817b1c" providerId="LiveId" clId="{30040A41-D230-4147-BB45-E2539532D095}" dt="2025-03-23T19:18:43.177" v="16" actId="1076"/>
          <ac:spMkLst>
            <pc:docMk/>
            <pc:sldMk cId="2875786646" sldId="270"/>
            <ac:spMk id="3" creationId="{D205DC53-A2DC-564B-9CD5-F212C62AF7FF}"/>
          </ac:spMkLst>
        </pc:spChg>
      </pc:sldChg>
      <pc:sldChg chg="addSp delSp modSp new mod">
        <pc:chgData name="10 k" userId="422f85b1c9817b1c" providerId="LiveId" clId="{30040A41-D230-4147-BB45-E2539532D095}" dt="2025-04-06T16:05:35.058" v="222" actId="1076"/>
        <pc:sldMkLst>
          <pc:docMk/>
          <pc:sldMk cId="2022791375" sldId="271"/>
        </pc:sldMkLst>
        <pc:spChg chg="add mod">
          <ac:chgData name="10 k" userId="422f85b1c9817b1c" providerId="LiveId" clId="{30040A41-D230-4147-BB45-E2539532D095}" dt="2025-03-24T05:02:15.026" v="79" actId="1076"/>
          <ac:spMkLst>
            <pc:docMk/>
            <pc:sldMk cId="2022791375" sldId="271"/>
            <ac:spMk id="6" creationId="{DA4EB2D9-63CF-FFA4-1172-FEA8E2B36883}"/>
          </ac:spMkLst>
        </pc:spChg>
        <pc:picChg chg="add mod">
          <ac:chgData name="10 k" userId="422f85b1c9817b1c" providerId="LiveId" clId="{30040A41-D230-4147-BB45-E2539532D095}" dt="2025-04-06T16:05:35.058" v="222" actId="1076"/>
          <ac:picMkLst>
            <pc:docMk/>
            <pc:sldMk cId="2022791375" sldId="271"/>
            <ac:picMk id="5" creationId="{C8EACD6B-CECE-F0E9-533F-FB2FF43575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64C27-248E-4761-807A-D2E90E685E51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828A7-BC93-498B-A1F2-E2A7D0744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9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828A7-BC93-498B-A1F2-E2A7D07443D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134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828A7-BC93-498B-A1F2-E2A7D07443D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58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645" y="930890"/>
            <a:ext cx="7772400" cy="1772981"/>
          </a:xfrm>
        </p:spPr>
        <p:txBody>
          <a:bodyPr>
            <a:normAutofit/>
          </a:bodyPr>
          <a:lstStyle/>
          <a:p>
            <a:r>
              <a:rPr dirty="0"/>
              <a:t>Deep Learning Models for</a:t>
            </a:r>
            <a:br>
              <a:rPr lang="en-IN" dirty="0"/>
            </a:br>
            <a:r>
              <a:rPr dirty="0"/>
              <a:t>Network Anomaly Detection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5574" y="2635045"/>
            <a:ext cx="6926826" cy="3003755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chemeClr val="tx1"/>
                </a:solidFill>
              </a:rPr>
              <a:t>Comparing Multi-SSN, Bi-LSTM + GRU, CNN + LSTM, and Self-Supervised Learning</a:t>
            </a:r>
            <a:endParaRPr lang="en-IN" sz="2800" dirty="0">
              <a:solidFill>
                <a:schemeClr val="tx1"/>
              </a:solidFill>
            </a:endParaRPr>
          </a:p>
          <a:p>
            <a:r>
              <a:rPr lang="en-IN" sz="2800" b="1" dirty="0">
                <a:solidFill>
                  <a:schemeClr val="tx1"/>
                </a:solidFill>
              </a:rPr>
              <a:t>BATCH-57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69DD2-5DA1-CD61-0BF5-1E07BAC6FC8C}"/>
              </a:ext>
            </a:extLst>
          </p:cNvPr>
          <p:cNvSpPr txBox="1"/>
          <p:nvPr/>
        </p:nvSpPr>
        <p:spPr>
          <a:xfrm>
            <a:off x="5869858" y="4640826"/>
            <a:ext cx="26940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22881A66E3</a:t>
            </a:r>
          </a:p>
          <a:p>
            <a:r>
              <a:rPr lang="en-IN" sz="2800" dirty="0"/>
              <a:t>22881A66E6</a:t>
            </a:r>
          </a:p>
          <a:p>
            <a:r>
              <a:rPr lang="en-IN" sz="2800" dirty="0"/>
              <a:t>22881A66H0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F17BA-19CC-0DDA-DDED-6DC3286C7399}"/>
              </a:ext>
            </a:extLst>
          </p:cNvPr>
          <p:cNvSpPr txBox="1"/>
          <p:nvPr/>
        </p:nvSpPr>
        <p:spPr>
          <a:xfrm>
            <a:off x="940037" y="4088109"/>
            <a:ext cx="2023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Guide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73C91-63EE-4E5A-F5F1-E10E8ED779D9}"/>
              </a:ext>
            </a:extLst>
          </p:cNvPr>
          <p:cNvSpPr txBox="1"/>
          <p:nvPr/>
        </p:nvSpPr>
        <p:spPr>
          <a:xfrm>
            <a:off x="5869858" y="4070555"/>
            <a:ext cx="2694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ROLL NUMBERS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944E7-C29E-8654-95EB-87C1D5AD9FEF}"/>
              </a:ext>
            </a:extLst>
          </p:cNvPr>
          <p:cNvSpPr txBox="1"/>
          <p:nvPr/>
        </p:nvSpPr>
        <p:spPr>
          <a:xfrm>
            <a:off x="1032387" y="4955457"/>
            <a:ext cx="28021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/>
              <a:t>Dr.M.A</a:t>
            </a:r>
            <a:r>
              <a:rPr lang="en-IN" sz="2800" b="1" dirty="0"/>
              <a:t>. Jabbar</a:t>
            </a:r>
          </a:p>
          <a:p>
            <a:r>
              <a:rPr lang="en-IN" sz="2800" b="1" dirty="0"/>
              <a:t>(hod)-</a:t>
            </a:r>
            <a:r>
              <a:rPr lang="en-IN" sz="2800" b="1" dirty="0" err="1"/>
              <a:t>csm</a:t>
            </a:r>
            <a:r>
              <a:rPr lang="en-IN" b="1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Multi-SSN (CAE + GRU + BL)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Uses Convolutional Autoencoder (CAE) for feature extraction</a:t>
            </a:r>
          </a:p>
          <a:p>
            <a:r>
              <a:rPr sz="2800" dirty="0"/>
              <a:t>Gated Recurrent Unit (GRU) for sequential learning</a:t>
            </a:r>
          </a:p>
          <a:p>
            <a:r>
              <a:rPr sz="2800" dirty="0"/>
              <a:t>Bayesian Learning (BL) for classification</a:t>
            </a:r>
          </a:p>
          <a:p>
            <a:r>
              <a:rPr sz="2800" dirty="0"/>
              <a:t>Optimized using Predefined-Mud Ring Algorithm (P-MRA)</a:t>
            </a:r>
          </a:p>
          <a:p>
            <a:r>
              <a:rPr sz="2800" dirty="0"/>
              <a:t> Effective for anomaly detection in IoT and SDN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96D4DB-27E6-EAE6-C0B4-AF5DA3664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87" y="957099"/>
            <a:ext cx="8940426" cy="2987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0FA378-EF75-EF4E-63F0-26BB29F56C24}"/>
              </a:ext>
            </a:extLst>
          </p:cNvPr>
          <p:cNvSpPr txBox="1"/>
          <p:nvPr/>
        </p:nvSpPr>
        <p:spPr>
          <a:xfrm>
            <a:off x="2285999" y="440699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Convolutional Autoencoder (CAE) </a:t>
            </a:r>
          </a:p>
        </p:txBody>
      </p:sp>
    </p:spTree>
    <p:extLst>
      <p:ext uri="{BB962C8B-B14F-4D97-AF65-F5344CB8AC3E}">
        <p14:creationId xmlns:p14="http://schemas.microsoft.com/office/powerpoint/2010/main" val="64291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891137-BBB6-F8B7-6B0A-FB9CE1651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135" y="473159"/>
            <a:ext cx="5309420" cy="341319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057332-123F-0C46-307D-43AAD54532DF}"/>
              </a:ext>
            </a:extLst>
          </p:cNvPr>
          <p:cNvSpPr txBox="1"/>
          <p:nvPr/>
        </p:nvSpPr>
        <p:spPr>
          <a:xfrm rot="10800000" flipV="1">
            <a:off x="2172929" y="4730165"/>
            <a:ext cx="50586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Gated Recurrent Unit (GRU) </a:t>
            </a:r>
          </a:p>
        </p:txBody>
      </p:sp>
    </p:spTree>
    <p:extLst>
      <p:ext uri="{BB962C8B-B14F-4D97-AF65-F5344CB8AC3E}">
        <p14:creationId xmlns:p14="http://schemas.microsoft.com/office/powerpoint/2010/main" val="149298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E84110-6D32-BC3D-6281-5E5F8F403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221" y="1133061"/>
            <a:ext cx="8546244" cy="362778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8A9C1-BBA1-9484-750F-45EB8AA013E0}"/>
              </a:ext>
            </a:extLst>
          </p:cNvPr>
          <p:cNvSpPr txBox="1"/>
          <p:nvPr/>
        </p:nvSpPr>
        <p:spPr>
          <a:xfrm>
            <a:off x="2961861" y="467750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Bayesian Learning </a:t>
            </a:r>
          </a:p>
        </p:txBody>
      </p:sp>
    </p:spTree>
    <p:extLst>
      <p:ext uri="{BB962C8B-B14F-4D97-AF65-F5344CB8AC3E}">
        <p14:creationId xmlns:p14="http://schemas.microsoft.com/office/powerpoint/2010/main" val="323484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Bi-LSTM + GRU – Best Alternative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sz="2800" dirty="0"/>
              <a:t>Bi-LSTM captures forward and backward sequential dependencies</a:t>
            </a:r>
          </a:p>
          <a:p>
            <a:r>
              <a:rPr sz="2800" dirty="0"/>
              <a:t>GRU optimizes memory usage and speeds up training</a:t>
            </a:r>
          </a:p>
          <a:p>
            <a:r>
              <a:rPr sz="2800" dirty="0"/>
              <a:t>More efficient than Multi-SSN with similar accuracy</a:t>
            </a:r>
          </a:p>
          <a:p>
            <a:r>
              <a:rPr sz="2800" dirty="0"/>
              <a:t>Works well for real-time intrusion detection systems</a:t>
            </a:r>
          </a:p>
          <a:p>
            <a:r>
              <a:rPr sz="2800" dirty="0"/>
              <a:t>Reduces false positives and improves detection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ACD6B-CECE-F0E9-533F-FB2FF4357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581" y="346587"/>
            <a:ext cx="8303239" cy="61648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EB2D9-63CF-FFA4-1172-FEA8E2B36883}"/>
              </a:ext>
            </a:extLst>
          </p:cNvPr>
          <p:cNvSpPr txBox="1"/>
          <p:nvPr/>
        </p:nvSpPr>
        <p:spPr>
          <a:xfrm>
            <a:off x="543180" y="501446"/>
            <a:ext cx="2615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202279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0614A-BF22-E6A1-C08E-195C6CAA0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545" y="914400"/>
            <a:ext cx="8099603" cy="356911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67292A-43E5-3B0F-5498-97AB354491E5}"/>
              </a:ext>
            </a:extLst>
          </p:cNvPr>
          <p:cNvSpPr txBox="1"/>
          <p:nvPr/>
        </p:nvSpPr>
        <p:spPr>
          <a:xfrm>
            <a:off x="3277517" y="479520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Bi-LSTM</a:t>
            </a:r>
          </a:p>
        </p:txBody>
      </p:sp>
    </p:spTree>
    <p:extLst>
      <p:ext uri="{BB962C8B-B14F-4D97-AF65-F5344CB8AC3E}">
        <p14:creationId xmlns:p14="http://schemas.microsoft.com/office/powerpoint/2010/main" val="103094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3122-918A-C6F7-17B0-CF4BB469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361894-0C90-A646-F88C-DFEE5B73C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135" y="473159"/>
            <a:ext cx="5309420" cy="341319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3A1D6-2C11-CEEE-0718-B6EFA8AF7F1F}"/>
              </a:ext>
            </a:extLst>
          </p:cNvPr>
          <p:cNvSpPr txBox="1"/>
          <p:nvPr/>
        </p:nvSpPr>
        <p:spPr>
          <a:xfrm rot="10800000" flipV="1">
            <a:off x="2172929" y="4730165"/>
            <a:ext cx="50586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Gated Recurrent Unit (GRU) </a:t>
            </a:r>
          </a:p>
        </p:txBody>
      </p:sp>
    </p:spTree>
    <p:extLst>
      <p:ext uri="{BB962C8B-B14F-4D97-AF65-F5344CB8AC3E}">
        <p14:creationId xmlns:p14="http://schemas.microsoft.com/office/powerpoint/2010/main" val="424111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CNN + LSTM – Hybrid Alternative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CNN extracts spatial features from network traffic data</a:t>
            </a:r>
          </a:p>
          <a:p>
            <a:r>
              <a:rPr sz="2800" dirty="0"/>
              <a:t>LSTM captures temporal dependencies over time</a:t>
            </a:r>
          </a:p>
          <a:p>
            <a:r>
              <a:rPr sz="2800" dirty="0"/>
              <a:t>Effective for packet-level anomaly detection</a:t>
            </a:r>
          </a:p>
          <a:p>
            <a:r>
              <a:rPr sz="2800" dirty="0"/>
              <a:t>Useful for analyzing high-dimensional network data</a:t>
            </a:r>
          </a:p>
          <a:p>
            <a:r>
              <a:rPr sz="2800" dirty="0"/>
              <a:t>Higher memory usage but strong feature extraction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B5C2-E73B-9F77-367A-AA535E9F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CNN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7D5F1-7930-515A-B9DF-9AB404D76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2110240"/>
            <a:ext cx="7389097" cy="263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75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113D1-4D81-E64E-1043-BAB25F28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LSTM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D33670-1E63-5932-1A7F-8CE0BCFC4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99" y="2251586"/>
            <a:ext cx="8250495" cy="3392131"/>
          </a:xfrm>
        </p:spPr>
      </p:pic>
    </p:spTree>
    <p:extLst>
      <p:ext uri="{BB962C8B-B14F-4D97-AF65-F5344CB8AC3E}">
        <p14:creationId xmlns:p14="http://schemas.microsoft.com/office/powerpoint/2010/main" val="3107706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32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Self-Supervised Learning (Transformer-based Anomaly Detection)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 </a:t>
            </a:r>
            <a:r>
              <a:rPr sz="2800" dirty="0"/>
              <a:t>Learns from unlabeled network traffic data</a:t>
            </a:r>
          </a:p>
          <a:p>
            <a:r>
              <a:rPr sz="2800" dirty="0"/>
              <a:t> Uses Transformer models (similar to BERT) for feature learning</a:t>
            </a:r>
          </a:p>
          <a:p>
            <a:r>
              <a:rPr sz="2800" dirty="0"/>
              <a:t>No need for labeled attack data – detects zero-day threats</a:t>
            </a:r>
          </a:p>
          <a:p>
            <a:r>
              <a:rPr sz="2800" dirty="0"/>
              <a:t>Scalable for large datasets and cloud security applications</a:t>
            </a:r>
          </a:p>
          <a:p>
            <a:r>
              <a:rPr sz="2800" dirty="0"/>
              <a:t> Computationally expensive but highly adaptable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Comparison Table of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1. Multi-SSN: Best for IoT &amp; SDN, high accuracy, but complex</a:t>
            </a:r>
          </a:p>
          <a:p>
            <a:r>
              <a:rPr sz="2800" dirty="0"/>
              <a:t>2. Bi-LSTM + GRU: Best for real-time detection, faster than Multi-SSN</a:t>
            </a:r>
          </a:p>
          <a:p>
            <a:r>
              <a:rPr sz="2800" dirty="0"/>
              <a:t>3. CNN + LSTM: Best for signature-based detection, requires more memory</a:t>
            </a:r>
          </a:p>
          <a:p>
            <a:r>
              <a:rPr sz="2800" dirty="0"/>
              <a:t>4. Self-Supervised Learning: Best for zero-day attack detection, no labeled data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2ABF4478-5FE1-ABF1-9A5F-98EC6B3EF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488" y="1969744"/>
            <a:ext cx="8527274" cy="3962400"/>
          </a:xfr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9E59812-AE1D-B1F4-8167-938B65FB46CC}"/>
              </a:ext>
            </a:extLst>
          </p:cNvPr>
          <p:cNvSpPr txBox="1"/>
          <p:nvPr/>
        </p:nvSpPr>
        <p:spPr>
          <a:xfrm>
            <a:off x="176981" y="925856"/>
            <a:ext cx="85343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Comparison with Traditional Models</a:t>
            </a:r>
          </a:p>
        </p:txBody>
      </p:sp>
    </p:spTree>
    <p:extLst>
      <p:ext uri="{BB962C8B-B14F-4D97-AF65-F5344CB8AC3E}">
        <p14:creationId xmlns:p14="http://schemas.microsoft.com/office/powerpoint/2010/main" val="1790627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5DC53-A2DC-564B-9CD5-F212C62A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3426" y="2755490"/>
            <a:ext cx="4803058" cy="1359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7200" b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87578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319</Words>
  <Application>Microsoft Office PowerPoint</Application>
  <PresentationFormat>On-screen Show (4:3)</PresentationFormat>
  <Paragraphs>51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Deep Learning Models for Network Anomaly Detection </vt:lpstr>
      <vt:lpstr>Multi-SSN (CAE + GRU + BL) Model</vt:lpstr>
      <vt:lpstr>PowerPoint Presentation</vt:lpstr>
      <vt:lpstr>PowerPoint Presentation</vt:lpstr>
      <vt:lpstr>PowerPoint Presentation</vt:lpstr>
      <vt:lpstr>Bi-LSTM + GRU – Best Alternative Model</vt:lpstr>
      <vt:lpstr>PowerPoint Presentation</vt:lpstr>
      <vt:lpstr>PowerPoint Presentation</vt:lpstr>
      <vt:lpstr>PowerPoint Presentation</vt:lpstr>
      <vt:lpstr>CNN + LSTM – Hybrid Alternative</vt:lpstr>
      <vt:lpstr>CNN</vt:lpstr>
      <vt:lpstr>LSTM</vt:lpstr>
      <vt:lpstr>Self-Supervised Learning (Transformer-based Anomaly Detection)</vt:lpstr>
      <vt:lpstr>Comparison Table of Models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10 k</dc:creator>
  <cp:keywords/>
  <dc:description>generated using python-pptx</dc:description>
  <cp:lastModifiedBy>10 k</cp:lastModifiedBy>
  <cp:revision>2</cp:revision>
  <dcterms:created xsi:type="dcterms:W3CDTF">2013-01-27T09:14:16Z</dcterms:created>
  <dcterms:modified xsi:type="dcterms:W3CDTF">2025-04-06T16:05:45Z</dcterms:modified>
  <cp:category/>
</cp:coreProperties>
</file>