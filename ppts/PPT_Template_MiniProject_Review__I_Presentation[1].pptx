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7" r:id="rId3"/>
    <p:sldId id="258" r:id="rId4"/>
    <p:sldId id="259" r:id="rId5"/>
    <p:sldId id="266" r:id="rId6"/>
    <p:sldId id="267" r:id="rId7"/>
    <p:sldId id="268" r:id="rId8"/>
    <p:sldId id="269" r:id="rId9"/>
    <p:sldId id="270" r:id="rId10"/>
    <p:sldId id="260" r:id="rId11"/>
    <p:sldId id="261" r:id="rId12"/>
    <p:sldId id="262" r:id="rId13"/>
    <p:sldId id="263" r:id="rId14"/>
    <p:sldId id="264" r:id="rId15"/>
  </p:sldIdLst>
  <p:sldSz cx="9144000" cy="6858000" type="screen4x3"/>
  <p:notesSz cx="6858000" cy="9144000"/>
  <p:defaultTextStyle>
    <a:defPPr>
      <a:defRPr lang="en-US"/>
    </a:defPPr>
    <a:lvl1pPr algn="l">
      <a:spcBef>
        <a:spcPts val="0"/>
      </a:spcBef>
      <a:spcAft>
        <a:spcPts val="0"/>
      </a:spcAft>
      <a:defRPr>
        <a:solidFill>
          <a:schemeClr val="tx1"/>
        </a:solidFill>
        <a:latin typeface="Calibri"/>
        <a:ea typeface="+mn-ea"/>
        <a:cs typeface="+mn-cs"/>
      </a:defRPr>
    </a:lvl1pPr>
    <a:lvl2pPr marL="457200" algn="l">
      <a:spcBef>
        <a:spcPts val="0"/>
      </a:spcBef>
      <a:spcAft>
        <a:spcPts val="0"/>
      </a:spcAft>
      <a:defRPr>
        <a:solidFill>
          <a:schemeClr val="tx1"/>
        </a:solidFill>
        <a:latin typeface="Calibri"/>
        <a:ea typeface="+mn-ea"/>
        <a:cs typeface="+mn-cs"/>
      </a:defRPr>
    </a:lvl2pPr>
    <a:lvl3pPr marL="914400" algn="l">
      <a:spcBef>
        <a:spcPts val="0"/>
      </a:spcBef>
      <a:spcAft>
        <a:spcPts val="0"/>
      </a:spcAft>
      <a:defRPr>
        <a:solidFill>
          <a:schemeClr val="tx1"/>
        </a:solidFill>
        <a:latin typeface="Calibri"/>
        <a:ea typeface="+mn-ea"/>
        <a:cs typeface="+mn-cs"/>
      </a:defRPr>
    </a:lvl3pPr>
    <a:lvl4pPr marL="1371600" algn="l">
      <a:spcBef>
        <a:spcPts val="0"/>
      </a:spcBef>
      <a:spcAft>
        <a:spcPts val="0"/>
      </a:spcAft>
      <a:defRPr>
        <a:solidFill>
          <a:schemeClr val="tx1"/>
        </a:solidFill>
        <a:latin typeface="Calibri"/>
        <a:ea typeface="+mn-ea"/>
        <a:cs typeface="+mn-cs"/>
      </a:defRPr>
    </a:lvl4pPr>
    <a:lvl5pPr marL="1828800" algn="l">
      <a:spcBef>
        <a:spcPts val="0"/>
      </a:spcBef>
      <a:spcAft>
        <a:spcPts val="0"/>
      </a:spcAft>
      <a:defRPr>
        <a:solidFill>
          <a:schemeClr val="tx1"/>
        </a:solidFill>
        <a:latin typeface="Calibri"/>
        <a:ea typeface="+mn-ea"/>
        <a:cs typeface="+mn-cs"/>
      </a:defRPr>
    </a:lvl5pPr>
    <a:lvl6pPr marL="2286000" algn="l" defTabSz="914400">
      <a:defRPr>
        <a:solidFill>
          <a:schemeClr val="tx1"/>
        </a:solidFill>
        <a:latin typeface="Calibri"/>
        <a:ea typeface="+mn-ea"/>
        <a:cs typeface="+mn-cs"/>
      </a:defRPr>
    </a:lvl6pPr>
    <a:lvl7pPr marL="2743200" algn="l" defTabSz="914400">
      <a:defRPr>
        <a:solidFill>
          <a:schemeClr val="tx1"/>
        </a:solidFill>
        <a:latin typeface="Calibri"/>
        <a:ea typeface="+mn-ea"/>
        <a:cs typeface="+mn-cs"/>
      </a:defRPr>
    </a:lvl7pPr>
    <a:lvl8pPr marL="3200400" algn="l" defTabSz="914400">
      <a:defRPr>
        <a:solidFill>
          <a:schemeClr val="tx1"/>
        </a:solidFill>
        <a:latin typeface="Calibri"/>
        <a:ea typeface="+mn-ea"/>
        <a:cs typeface="+mn-cs"/>
      </a:defRPr>
    </a:lvl8pPr>
    <a:lvl9pPr marL="3657600" algn="l" defTabSz="914400">
      <a:defRPr>
        <a:solidFill>
          <a:schemeClr val="tx1"/>
        </a:solidFill>
        <a:latin typeface="Calibri"/>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A15C55-8517-42AA-B614-E9B94910E393}">
  <a:tblStyle styleId="{00A15C55-8517-42AA-B614-E9B94910E393}" styleName="Medium Style 2 - Accent 4">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fill>
          <a:solidFill>
            <a:schemeClr val="accent4">
              <a:tint val="40000"/>
            </a:schemeClr>
          </a:solidFill>
        </a:fill>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a:solidFill>
                <a:schemeClr val="lt1"/>
              </a:solidFill>
            </a:ln>
          </a:top>
        </a:tcBdr>
        <a:fill>
          <a:solidFill>
            <a:schemeClr val="accent4"/>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4"/>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0 k" userId="422f85b1c9817b1c" providerId="LiveId" clId="{5560041A-432F-43DC-A434-FE68DCA842A1}"/>
    <pc:docChg chg="undo custSel addSld delSld modSld">
      <pc:chgData name="10 k" userId="422f85b1c9817b1c" providerId="LiveId" clId="{5560041A-432F-43DC-A434-FE68DCA842A1}" dt="2025-03-08T06:51:30.913" v="414" actId="27636"/>
      <pc:docMkLst>
        <pc:docMk/>
      </pc:docMkLst>
      <pc:sldChg chg="modSp mod">
        <pc:chgData name="10 k" userId="422f85b1c9817b1c" providerId="LiveId" clId="{5560041A-432F-43DC-A434-FE68DCA842A1}" dt="2025-03-08T04:34:57.678" v="135" actId="1036"/>
        <pc:sldMkLst>
          <pc:docMk/>
          <pc:sldMk cId="0" sldId="256"/>
        </pc:sldMkLst>
        <pc:spChg chg="mod">
          <ac:chgData name="10 k" userId="422f85b1c9817b1c" providerId="LiveId" clId="{5560041A-432F-43DC-A434-FE68DCA842A1}" dt="2025-03-07T17:21:17.239" v="101" actId="27636"/>
          <ac:spMkLst>
            <pc:docMk/>
            <pc:sldMk cId="0" sldId="256"/>
            <ac:spMk id="2" creationId="{00000000-0000-0000-0000-000000000000}"/>
          </ac:spMkLst>
        </pc:spChg>
        <pc:spChg chg="mod">
          <ac:chgData name="10 k" userId="422f85b1c9817b1c" providerId="LiveId" clId="{5560041A-432F-43DC-A434-FE68DCA842A1}" dt="2025-03-07T17:20:56.517" v="97" actId="27636"/>
          <ac:spMkLst>
            <pc:docMk/>
            <pc:sldMk cId="0" sldId="256"/>
            <ac:spMk id="7" creationId="{00000000-0000-0000-0000-000000000000}"/>
          </ac:spMkLst>
        </pc:spChg>
        <pc:spChg chg="mod">
          <ac:chgData name="10 k" userId="422f85b1c9817b1c" providerId="LiveId" clId="{5560041A-432F-43DC-A434-FE68DCA842A1}" dt="2025-03-08T04:26:45.413" v="132" actId="20577"/>
          <ac:spMkLst>
            <pc:docMk/>
            <pc:sldMk cId="0" sldId="256"/>
            <ac:spMk id="9" creationId="{00000000-0000-0000-0000-000000000000}"/>
          </ac:spMkLst>
        </pc:spChg>
        <pc:spChg chg="mod">
          <ac:chgData name="10 k" userId="422f85b1c9817b1c" providerId="LiveId" clId="{5560041A-432F-43DC-A434-FE68DCA842A1}" dt="2025-03-07T17:21:28.476" v="105" actId="27636"/>
          <ac:spMkLst>
            <pc:docMk/>
            <pc:sldMk cId="0" sldId="256"/>
            <ac:spMk id="10" creationId="{00000000-0000-0000-0000-000000000000}"/>
          </ac:spMkLst>
        </pc:spChg>
        <pc:graphicFrameChg chg="mod modGraphic">
          <ac:chgData name="10 k" userId="422f85b1c9817b1c" providerId="LiveId" clId="{5560041A-432F-43DC-A434-FE68DCA842A1}" dt="2025-03-08T04:34:57.678" v="135" actId="1036"/>
          <ac:graphicFrameMkLst>
            <pc:docMk/>
            <pc:sldMk cId="0" sldId="256"/>
            <ac:graphicFrameMk id="12" creationId="{00000000-0000-0000-0000-000000000000}"/>
          </ac:graphicFrameMkLst>
        </pc:graphicFrameChg>
      </pc:sldChg>
      <pc:sldChg chg="modSp mod">
        <pc:chgData name="10 k" userId="422f85b1c9817b1c" providerId="LiveId" clId="{5560041A-432F-43DC-A434-FE68DCA842A1}" dt="2025-03-07T17:21:56.514" v="107" actId="2711"/>
        <pc:sldMkLst>
          <pc:docMk/>
          <pc:sldMk cId="0" sldId="258"/>
        </pc:sldMkLst>
        <pc:spChg chg="mod">
          <ac:chgData name="10 k" userId="422f85b1c9817b1c" providerId="LiveId" clId="{5560041A-432F-43DC-A434-FE68DCA842A1}" dt="2025-03-07T17:21:56.514" v="107" actId="2711"/>
          <ac:spMkLst>
            <pc:docMk/>
            <pc:sldMk cId="0" sldId="258"/>
            <ac:spMk id="3" creationId="{00000000-0000-0000-0000-000000000000}"/>
          </ac:spMkLst>
        </pc:spChg>
      </pc:sldChg>
      <pc:sldChg chg="modSp mod">
        <pc:chgData name="10 k" userId="422f85b1c9817b1c" providerId="LiveId" clId="{5560041A-432F-43DC-A434-FE68DCA842A1}" dt="2025-03-08T06:44:15.598" v="274" actId="27636"/>
        <pc:sldMkLst>
          <pc:docMk/>
          <pc:sldMk cId="0" sldId="259"/>
        </pc:sldMkLst>
        <pc:spChg chg="mod">
          <ac:chgData name="10 k" userId="422f85b1c9817b1c" providerId="LiveId" clId="{5560041A-432F-43DC-A434-FE68DCA842A1}" dt="2025-03-08T06:44:15.598" v="274" actId="27636"/>
          <ac:spMkLst>
            <pc:docMk/>
            <pc:sldMk cId="0" sldId="259"/>
            <ac:spMk id="3" creationId="{00000000-0000-0000-0000-000000000000}"/>
          </ac:spMkLst>
        </pc:spChg>
      </pc:sldChg>
      <pc:sldChg chg="modSp mod">
        <pc:chgData name="10 k" userId="422f85b1c9817b1c" providerId="LiveId" clId="{5560041A-432F-43DC-A434-FE68DCA842A1}" dt="2025-03-08T06:24:53.951" v="136" actId="5793"/>
        <pc:sldMkLst>
          <pc:docMk/>
          <pc:sldMk cId="0" sldId="261"/>
        </pc:sldMkLst>
        <pc:spChg chg="mod">
          <ac:chgData name="10 k" userId="422f85b1c9817b1c" providerId="LiveId" clId="{5560041A-432F-43DC-A434-FE68DCA842A1}" dt="2025-03-07T17:22:27.200" v="109" actId="27636"/>
          <ac:spMkLst>
            <pc:docMk/>
            <pc:sldMk cId="0" sldId="261"/>
            <ac:spMk id="2" creationId="{00000000-0000-0000-0000-000000000000}"/>
          </ac:spMkLst>
        </pc:spChg>
        <pc:spChg chg="mod">
          <ac:chgData name="10 k" userId="422f85b1c9817b1c" providerId="LiveId" clId="{5560041A-432F-43DC-A434-FE68DCA842A1}" dt="2025-03-08T06:24:53.951" v="136" actId="5793"/>
          <ac:spMkLst>
            <pc:docMk/>
            <pc:sldMk cId="0" sldId="261"/>
            <ac:spMk id="3" creationId="{00000000-0000-0000-0000-000000000000}"/>
          </ac:spMkLst>
        </pc:spChg>
      </pc:sldChg>
      <pc:sldChg chg="modSp mod">
        <pc:chgData name="10 k" userId="422f85b1c9817b1c" providerId="LiveId" clId="{5560041A-432F-43DC-A434-FE68DCA842A1}" dt="2025-03-07T17:22:27.210" v="110" actId="27636"/>
        <pc:sldMkLst>
          <pc:docMk/>
          <pc:sldMk cId="0" sldId="262"/>
        </pc:sldMkLst>
        <pc:spChg chg="mod">
          <ac:chgData name="10 k" userId="422f85b1c9817b1c" providerId="LiveId" clId="{5560041A-432F-43DC-A434-FE68DCA842A1}" dt="2025-03-07T17:22:27.210" v="110" actId="27636"/>
          <ac:spMkLst>
            <pc:docMk/>
            <pc:sldMk cId="0" sldId="262"/>
            <ac:spMk id="2" creationId="{00000000-0000-0000-0000-000000000000}"/>
          </ac:spMkLst>
        </pc:spChg>
      </pc:sldChg>
      <pc:sldChg chg="modSp mod">
        <pc:chgData name="10 k" userId="422f85b1c9817b1c" providerId="LiveId" clId="{5560041A-432F-43DC-A434-FE68DCA842A1}" dt="2025-03-08T06:40:57.181" v="193" actId="20577"/>
        <pc:sldMkLst>
          <pc:docMk/>
          <pc:sldMk cId="0" sldId="263"/>
        </pc:sldMkLst>
        <pc:spChg chg="mod">
          <ac:chgData name="10 k" userId="422f85b1c9817b1c" providerId="LiveId" clId="{5560041A-432F-43DC-A434-FE68DCA842A1}" dt="2025-03-08T06:40:57.181" v="193" actId="20577"/>
          <ac:spMkLst>
            <pc:docMk/>
            <pc:sldMk cId="0" sldId="263"/>
            <ac:spMk id="3" creationId="{00000000-0000-0000-0000-000000000000}"/>
          </ac:spMkLst>
        </pc:spChg>
      </pc:sldChg>
      <pc:sldChg chg="new del">
        <pc:chgData name="10 k" userId="422f85b1c9817b1c" providerId="LiveId" clId="{5560041A-432F-43DC-A434-FE68DCA842A1}" dt="2025-03-08T06:44:41.228" v="277" actId="2696"/>
        <pc:sldMkLst>
          <pc:docMk/>
          <pc:sldMk cId="2619712863" sldId="265"/>
        </pc:sldMkLst>
      </pc:sldChg>
      <pc:sldChg chg="modSp add mod">
        <pc:chgData name="10 k" userId="422f85b1c9817b1c" providerId="LiveId" clId="{5560041A-432F-43DC-A434-FE68DCA842A1}" dt="2025-03-08T06:45:21.863" v="292" actId="5793"/>
        <pc:sldMkLst>
          <pc:docMk/>
          <pc:sldMk cId="3639351941" sldId="266"/>
        </pc:sldMkLst>
        <pc:spChg chg="mod">
          <ac:chgData name="10 k" userId="422f85b1c9817b1c" providerId="LiveId" clId="{5560041A-432F-43DC-A434-FE68DCA842A1}" dt="2025-03-08T06:45:21.863" v="292" actId="5793"/>
          <ac:spMkLst>
            <pc:docMk/>
            <pc:sldMk cId="3639351941" sldId="266"/>
            <ac:spMk id="3" creationId="{9079345D-B2D5-28CC-9F84-4E407FA10EDF}"/>
          </ac:spMkLst>
        </pc:spChg>
      </pc:sldChg>
      <pc:sldChg chg="new del">
        <pc:chgData name="10 k" userId="422f85b1c9817b1c" providerId="LiveId" clId="{5560041A-432F-43DC-A434-FE68DCA842A1}" dt="2025-03-08T06:45:33.625" v="294" actId="2696"/>
        <pc:sldMkLst>
          <pc:docMk/>
          <pc:sldMk cId="140009731" sldId="267"/>
        </pc:sldMkLst>
      </pc:sldChg>
      <pc:sldChg chg="modSp add mod">
        <pc:chgData name="10 k" userId="422f85b1c9817b1c" providerId="LiveId" clId="{5560041A-432F-43DC-A434-FE68DCA842A1}" dt="2025-03-08T06:49:50.106" v="384" actId="27636"/>
        <pc:sldMkLst>
          <pc:docMk/>
          <pc:sldMk cId="1485117439" sldId="267"/>
        </pc:sldMkLst>
        <pc:spChg chg="mod">
          <ac:chgData name="10 k" userId="422f85b1c9817b1c" providerId="LiveId" clId="{5560041A-432F-43DC-A434-FE68DCA842A1}" dt="2025-03-08T06:49:50.106" v="384" actId="27636"/>
          <ac:spMkLst>
            <pc:docMk/>
            <pc:sldMk cId="1485117439" sldId="267"/>
            <ac:spMk id="3" creationId="{9A19BAF5-CFF8-BB6C-1085-DD7AE4B151DF}"/>
          </ac:spMkLst>
        </pc:spChg>
      </pc:sldChg>
      <pc:sldChg chg="modSp add del mod">
        <pc:chgData name="10 k" userId="422f85b1c9817b1c" providerId="LiveId" clId="{5560041A-432F-43DC-A434-FE68DCA842A1}" dt="2025-03-08T06:50:13.853" v="387" actId="2696"/>
        <pc:sldMkLst>
          <pc:docMk/>
          <pc:sldMk cId="817787652" sldId="268"/>
        </pc:sldMkLst>
        <pc:spChg chg="mod">
          <ac:chgData name="10 k" userId="422f85b1c9817b1c" providerId="LiveId" clId="{5560041A-432F-43DC-A434-FE68DCA842A1}" dt="2025-03-08T06:50:00.034" v="385"/>
          <ac:spMkLst>
            <pc:docMk/>
            <pc:sldMk cId="817787652" sldId="268"/>
            <ac:spMk id="3" creationId="{78125C5D-2AEF-A9D5-43A0-207BE66B9931}"/>
          </ac:spMkLst>
        </pc:spChg>
      </pc:sldChg>
      <pc:sldChg chg="modSp add mod">
        <pc:chgData name="10 k" userId="422f85b1c9817b1c" providerId="LiveId" clId="{5560041A-432F-43DC-A434-FE68DCA842A1}" dt="2025-03-08T06:51:03.216" v="404" actId="20577"/>
        <pc:sldMkLst>
          <pc:docMk/>
          <pc:sldMk cId="3352477232" sldId="269"/>
        </pc:sldMkLst>
        <pc:spChg chg="mod">
          <ac:chgData name="10 k" userId="422f85b1c9817b1c" providerId="LiveId" clId="{5560041A-432F-43DC-A434-FE68DCA842A1}" dt="2025-03-08T06:51:03.216" v="404" actId="20577"/>
          <ac:spMkLst>
            <pc:docMk/>
            <pc:sldMk cId="3352477232" sldId="269"/>
            <ac:spMk id="3" creationId="{86B5A7D4-1007-B46D-B391-18878DBCA426}"/>
          </ac:spMkLst>
        </pc:spChg>
      </pc:sldChg>
      <pc:sldChg chg="modSp add mod">
        <pc:chgData name="10 k" userId="422f85b1c9817b1c" providerId="LiveId" clId="{5560041A-432F-43DC-A434-FE68DCA842A1}" dt="2025-03-08T06:51:30.913" v="414" actId="27636"/>
        <pc:sldMkLst>
          <pc:docMk/>
          <pc:sldMk cId="250360164" sldId="270"/>
        </pc:sldMkLst>
        <pc:spChg chg="mod">
          <ac:chgData name="10 k" userId="422f85b1c9817b1c" providerId="LiveId" clId="{5560041A-432F-43DC-A434-FE68DCA842A1}" dt="2025-03-08T06:51:30.913" v="414" actId="27636"/>
          <ac:spMkLst>
            <pc:docMk/>
            <pc:sldMk cId="250360164" sldId="270"/>
            <ac:spMk id="3" creationId="{B72852EF-C915-C948-BE50-CBA7094C25BA}"/>
          </ac:spMkLst>
        </pc:spChg>
      </pc:sldChg>
    </pc:docChg>
  </pc:docChgLst>
  <pc:docChgLst>
    <pc:chgData name="10 k" userId="422f85b1c9817b1c" providerId="LiveId" clId="{A0D4300C-0BC1-4792-BB31-D6113F790EA0}"/>
    <pc:docChg chg="modSld">
      <pc:chgData name="10 k" userId="422f85b1c9817b1c" providerId="LiveId" clId="{A0D4300C-0BC1-4792-BB31-D6113F790EA0}" dt="2025-05-02T02:09:52.864" v="0" actId="1076"/>
      <pc:docMkLst>
        <pc:docMk/>
      </pc:docMkLst>
      <pc:sldChg chg="modSp mod">
        <pc:chgData name="10 k" userId="422f85b1c9817b1c" providerId="LiveId" clId="{A0D4300C-0BC1-4792-BB31-D6113F790EA0}" dt="2025-05-02T02:09:52.864" v="0" actId="1076"/>
        <pc:sldMkLst>
          <pc:docMk/>
          <pc:sldMk cId="0" sldId="256"/>
        </pc:sldMkLst>
        <pc:spChg chg="mod">
          <ac:chgData name="10 k" userId="422f85b1c9817b1c" providerId="LiveId" clId="{A0D4300C-0BC1-4792-BB31-D6113F790EA0}" dt="2025-05-02T02:09:52.864" v="0" actId="1076"/>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bwMode="auto">
          <a:xfrm>
            <a:off x="3884613" y="0"/>
            <a:ext cx="2971800" cy="457200"/>
          </a:xfrm>
          <a:prstGeom prst="rect">
            <a:avLst/>
          </a:prstGeom>
        </p:spPr>
        <p:txBody>
          <a:bodyPr vert="horz" lIns="91440" tIns="45720" rIns="91440" bIns="45720" rtlCol="0"/>
          <a:lstStyle>
            <a:lvl1pPr algn="r">
              <a:spcBef>
                <a:spcPts val="0"/>
              </a:spcBef>
              <a:spcAft>
                <a:spcPts val="0"/>
              </a:spcAft>
              <a:defRPr sz="1200">
                <a:latin typeface="+mn-lt"/>
                <a:cs typeface="+mn-cs"/>
              </a:defRPr>
            </a:lvl1pPr>
          </a:lstStyle>
          <a:p>
            <a:pPr>
              <a:defRPr/>
            </a:pPr>
            <a:fld id="{6A40FE05-DF68-EE48-9BD6-EB950DB9B0A8}" type="datetimeFigureOut">
              <a:rPr lang="en-US"/>
              <a:t>5/2/2025</a:t>
            </a:fld>
            <a:endParaRPr lang="en-US"/>
          </a:p>
        </p:txBody>
      </p:sp>
      <p:sp>
        <p:nvSpPr>
          <p:cNvPr id="4" name="Slide Image Placeholder 3"/>
          <p:cNvSpPr>
            <a:spLocks noGrp="1" noRot="1" noChangeAspect="1"/>
          </p:cNvSpPr>
          <p:nvPr>
            <p:ph type="sldImg" idx="2"/>
          </p:nvPr>
        </p:nvSpPr>
        <p:spPr bwMode="auto">
          <a:xfrm>
            <a:off x="1143000" y="685800"/>
            <a:ext cx="4572000" cy="3429000"/>
          </a:xfrm>
          <a:prstGeom prst="rect">
            <a:avLst/>
          </a:prstGeom>
          <a:noFill/>
          <a:ln w="12700">
            <a:solidFill>
              <a:prstClr val="black"/>
            </a:solidFill>
          </a:ln>
        </p:spPr>
        <p:txBody>
          <a:bodyPr vert="horz" lIns="91440" tIns="45720" rIns="91440" bIns="45720" rtlCol="0" anchor="ctr"/>
          <a:lstStyle/>
          <a:p>
            <a:pPr lvl="0">
              <a:defRPr/>
            </a:pPr>
            <a:endParaRPr lang="en-US"/>
          </a:p>
        </p:txBody>
      </p:sp>
      <p:sp>
        <p:nvSpPr>
          <p:cNvPr id="5" name="Notes Placeholder 4"/>
          <p:cNvSpPr>
            <a:spLocks noGrp="1"/>
          </p:cNvSpPr>
          <p:nvPr>
            <p:ph type="body" sz="quarter" idx="3"/>
          </p:nvPr>
        </p:nvSpPr>
        <p:spPr bwMode="auto">
          <a:xfrm>
            <a:off x="685800" y="4343400"/>
            <a:ext cx="5486400" cy="4114800"/>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Footer Placeholder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spcBef>
                <a:spcPts val="0"/>
              </a:spcBef>
              <a:spcAft>
                <a:spcPts val="0"/>
              </a:spcAft>
              <a:defRPr sz="1200">
                <a:latin typeface="Calibri"/>
              </a:defRPr>
            </a:lvl1pPr>
          </a:lstStyle>
          <a:p>
            <a:pPr>
              <a:defRPr/>
            </a:pPr>
            <a:fld id="{AEB7530B-FADF-3841-BF0D-A65637F84C05}" type="slidenum">
              <a:rPr lang="en-US"/>
              <a:t>‹#›</a:t>
            </a:fld>
            <a:endParaRPr lang="en-US"/>
          </a:p>
        </p:txBody>
      </p:sp>
    </p:spTree>
  </p:cSld>
  <p:clrMap bg1="lt1" tx1="dk1" bg2="lt2" tx2="dk2" accent1="accent1" accent2="accent2" accent3="accent3" accent4="accent4" accent5="accent5" accent6="accent6" hlink="hlink" folHlink="folHlink"/>
  <p:hf hdr="0" ftr="0" dt="0"/>
  <p:notesStyle>
    <a:lvl1pPr algn="l">
      <a:spcBef>
        <a:spcPts val="0"/>
      </a:spcBef>
      <a:spcAft>
        <a:spcPts val="0"/>
      </a:spcAft>
      <a:defRPr sz="1200">
        <a:solidFill>
          <a:schemeClr val="tx1"/>
        </a:solidFill>
        <a:latin typeface="+mn-lt"/>
        <a:ea typeface="+mn-ea"/>
        <a:cs typeface="+mn-cs"/>
      </a:defRPr>
    </a:lvl1pPr>
    <a:lvl2pPr marL="457200" algn="l">
      <a:spcBef>
        <a:spcPts val="0"/>
      </a:spcBef>
      <a:spcAft>
        <a:spcPts val="0"/>
      </a:spcAft>
      <a:defRPr sz="1200">
        <a:solidFill>
          <a:schemeClr val="tx1"/>
        </a:solidFill>
        <a:latin typeface="+mn-lt"/>
        <a:ea typeface="+mn-ea"/>
        <a:cs typeface="+mn-cs"/>
      </a:defRPr>
    </a:lvl2pPr>
    <a:lvl3pPr marL="914400" algn="l">
      <a:spcBef>
        <a:spcPts val="0"/>
      </a:spcBef>
      <a:spcAft>
        <a:spcPts val="0"/>
      </a:spcAft>
      <a:defRPr sz="1200">
        <a:solidFill>
          <a:schemeClr val="tx1"/>
        </a:solidFill>
        <a:latin typeface="+mn-lt"/>
        <a:ea typeface="+mn-ea"/>
        <a:cs typeface="+mn-cs"/>
      </a:defRPr>
    </a:lvl3pPr>
    <a:lvl4pPr marL="1371600" algn="l">
      <a:spcBef>
        <a:spcPts val="0"/>
      </a:spcBef>
      <a:spcAft>
        <a:spcPts val="0"/>
      </a:spcAft>
      <a:defRPr sz="1200">
        <a:solidFill>
          <a:schemeClr val="tx1"/>
        </a:solidFill>
        <a:latin typeface="+mn-lt"/>
        <a:ea typeface="+mn-ea"/>
        <a:cs typeface="+mn-cs"/>
      </a:defRPr>
    </a:lvl4pPr>
    <a:lvl5pPr marL="1828800" algn="l">
      <a:spcBef>
        <a:spcPts val="0"/>
      </a:spcBef>
      <a:spcAft>
        <a:spcPts val="0"/>
      </a:spcAft>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0B8F8B-9E4B-4D13-330D-560DABCE475B}"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46" name="Slide Image Placeholder 1"/>
          <p:cNvSpPr>
            <a:spLocks noGrp="1" noRot="1" noChangeAspect="1" noTextEdit="1"/>
          </p:cNvSpPr>
          <p:nvPr>
            <p:ph type="sldImg"/>
          </p:nvPr>
        </p:nvSpPr>
        <p:spPr bwMode="auto">
          <a:prstGeom prst="rect">
            <a:avLst/>
          </a:prstGeom>
          <a:noFill/>
          <a:ln>
            <a:solidFill>
              <a:srgbClr val="000000"/>
            </a:solidFill>
            <a:miter lim="800000"/>
            <a:headEnd/>
            <a:tailEnd/>
          </a:ln>
        </p:spPr>
      </p:sp>
      <p:sp>
        <p:nvSpPr>
          <p:cNvPr id="6147"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p>
        </p:txBody>
      </p:sp>
      <p:sp>
        <p:nvSpPr>
          <p:cNvPr id="6148" name="Slide Number Placeholder 3"/>
          <p:cNvSpPr>
            <a:spLocks noGrp="1"/>
          </p:cNvSpPr>
          <p:nvPr>
            <p:ph type="sldNum" sz="quarter" idx="5"/>
          </p:nvPr>
        </p:nvSpPr>
        <p:spPr bwMode="auto">
          <a:prstGeom prst="rect">
            <a:avLst/>
          </a:prstGeom>
          <a:noFill/>
        </p:spPr>
        <p:txBody>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4626E999-8E2A-1946-A298-804C79F3AD9B}" type="slidenum">
              <a:rPr lang="en-US">
                <a:cs typeface="Arial"/>
              </a:rPr>
              <a:t>2</a:t>
            </a:fld>
            <a:endParaRPr lang="en-US">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C31C1B-91A8-46D1-485A-7C6810F941B8}"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4B9D93-5A57-DEBE-5779-95F68B1025D5}"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49EDB-78CA-DAE6-342C-7CF522D8F1C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2EF399D3-3447-42B0-DF09-6DA27358FEB2}"/>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7D1934DE-404B-C1E7-D8A6-BCEECA5022C4}"/>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9DC1E4F4-17C8-58D3-F808-F48EE356AC9D}"/>
              </a:ext>
            </a:extLst>
          </p:cNvPr>
          <p:cNvSpPr>
            <a:spLocks noGrp="1"/>
          </p:cNvSpPr>
          <p:nvPr>
            <p:ph type="sldNum" sz="quarter" idx="10"/>
          </p:nvPr>
        </p:nvSpPr>
        <p:spPr bwMode="auto"/>
        <p:txBody>
          <a:bodyPr/>
          <a:lstStyle/>
          <a:p>
            <a:pPr>
              <a:defRPr/>
            </a:pPr>
            <a:fld id="{0B4B9D93-5A57-DEBE-5779-95F68B1025D5}" type="slidenum">
              <a:rPr/>
              <a:t>5</a:t>
            </a:fld>
            <a:endParaRPr/>
          </a:p>
        </p:txBody>
      </p:sp>
    </p:spTree>
    <p:extLst>
      <p:ext uri="{BB962C8B-B14F-4D97-AF65-F5344CB8AC3E}">
        <p14:creationId xmlns:p14="http://schemas.microsoft.com/office/powerpoint/2010/main" val="272067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389C0-D664-9AC7-FE06-ACD44DC279EB}"/>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08296C3-8860-643A-3421-1CDCD6A7A934}"/>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8B9F0591-67EE-54D4-FBD7-84B3C1CEAC95}"/>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F8F3F5F2-8CF8-42AE-6C90-0C72A04849B6}"/>
              </a:ext>
            </a:extLst>
          </p:cNvPr>
          <p:cNvSpPr>
            <a:spLocks noGrp="1"/>
          </p:cNvSpPr>
          <p:nvPr>
            <p:ph type="sldNum" sz="quarter" idx="10"/>
          </p:nvPr>
        </p:nvSpPr>
        <p:spPr bwMode="auto"/>
        <p:txBody>
          <a:bodyPr/>
          <a:lstStyle/>
          <a:p>
            <a:pPr>
              <a:defRPr/>
            </a:pPr>
            <a:fld id="{0B4B9D93-5A57-DEBE-5779-95F68B1025D5}" type="slidenum">
              <a:rPr/>
              <a:t>6</a:t>
            </a:fld>
            <a:endParaRPr/>
          </a:p>
        </p:txBody>
      </p:sp>
    </p:spTree>
    <p:extLst>
      <p:ext uri="{BB962C8B-B14F-4D97-AF65-F5344CB8AC3E}">
        <p14:creationId xmlns:p14="http://schemas.microsoft.com/office/powerpoint/2010/main" val="2678341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4261-FEBC-552E-10E1-F4BDE63FA5D6}"/>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DA95DDEF-60A3-99FB-8201-84629549C6B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DD73F76B-5089-8DE0-DCD1-B4CCE1EC44CF}"/>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CCCBBCB7-23EE-AB44-00C3-34AF6D830F84}"/>
              </a:ext>
            </a:extLst>
          </p:cNvPr>
          <p:cNvSpPr>
            <a:spLocks noGrp="1"/>
          </p:cNvSpPr>
          <p:nvPr>
            <p:ph type="sldNum" sz="quarter" idx="10"/>
          </p:nvPr>
        </p:nvSpPr>
        <p:spPr bwMode="auto"/>
        <p:txBody>
          <a:bodyPr/>
          <a:lstStyle/>
          <a:p>
            <a:pPr>
              <a:defRPr/>
            </a:pPr>
            <a:fld id="{0B4B9D93-5A57-DEBE-5779-95F68B1025D5}" type="slidenum">
              <a:rPr/>
              <a:t>7</a:t>
            </a:fld>
            <a:endParaRPr/>
          </a:p>
        </p:txBody>
      </p:sp>
    </p:spTree>
    <p:extLst>
      <p:ext uri="{BB962C8B-B14F-4D97-AF65-F5344CB8AC3E}">
        <p14:creationId xmlns:p14="http://schemas.microsoft.com/office/powerpoint/2010/main" val="4137343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08BF-CD87-A832-F093-11702872E6B3}"/>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4A9616EB-1B76-1A41-744C-B83DF9D78935}"/>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B73B2D68-EE23-3C70-1BF0-46A410932834}"/>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643A8240-BAA5-DC18-A681-73A01CF4EEF1}"/>
              </a:ext>
            </a:extLst>
          </p:cNvPr>
          <p:cNvSpPr>
            <a:spLocks noGrp="1"/>
          </p:cNvSpPr>
          <p:nvPr>
            <p:ph type="sldNum" sz="quarter" idx="10"/>
          </p:nvPr>
        </p:nvSpPr>
        <p:spPr bwMode="auto"/>
        <p:txBody>
          <a:bodyPr/>
          <a:lstStyle/>
          <a:p>
            <a:pPr>
              <a:defRPr/>
            </a:pPr>
            <a:fld id="{0B4B9D93-5A57-DEBE-5779-95F68B1025D5}" type="slidenum">
              <a:rPr/>
              <a:t>8</a:t>
            </a:fld>
            <a:endParaRPr/>
          </a:p>
        </p:txBody>
      </p:sp>
    </p:spTree>
    <p:extLst>
      <p:ext uri="{BB962C8B-B14F-4D97-AF65-F5344CB8AC3E}">
        <p14:creationId xmlns:p14="http://schemas.microsoft.com/office/powerpoint/2010/main" val="3444494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3718-0236-6CDC-E253-1D8C2A16F93E}"/>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9204FB4A-4D08-DA88-4CAC-B1BBECE0BB04}"/>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4C7A06FB-848E-B79F-68E4-8C517D398B07}"/>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77B73453-CA75-538E-000E-A6266985F0E5}"/>
              </a:ext>
            </a:extLst>
          </p:cNvPr>
          <p:cNvSpPr>
            <a:spLocks noGrp="1"/>
          </p:cNvSpPr>
          <p:nvPr>
            <p:ph type="sldNum" sz="quarter" idx="10"/>
          </p:nvPr>
        </p:nvSpPr>
        <p:spPr bwMode="auto"/>
        <p:txBody>
          <a:bodyPr/>
          <a:lstStyle/>
          <a:p>
            <a:pPr>
              <a:defRPr/>
            </a:pPr>
            <a:fld id="{0B4B9D93-5A57-DEBE-5779-95F68B1025D5}" type="slidenum">
              <a:rPr/>
              <a:t>9</a:t>
            </a:fld>
            <a:endParaRPr/>
          </a:p>
        </p:txBody>
      </p:sp>
    </p:spTree>
    <p:extLst>
      <p:ext uri="{BB962C8B-B14F-4D97-AF65-F5344CB8AC3E}">
        <p14:creationId xmlns:p14="http://schemas.microsoft.com/office/powerpoint/2010/main" val="2688354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84285C-1811-6502-ED3A-5D6AB57DF587}"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5AE0D1E-448A-0BA1-95AB-EACF24428F22}"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99C1D6-DC7B-94E6-92E4-61BC88C39F25}"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8043E4-A78B-9F4C-40D0-D40395AE8AA1}"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095004-85E5-CA50-4675-ABB109946DFE}" type="slidenum">
              <a:rPr/>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143000" y="1122363"/>
            <a:ext cx="6858000" cy="2387600"/>
          </a:xfrm>
        </p:spPr>
        <p:txBody>
          <a:bodyPr anchor="b"/>
          <a:lstStyle>
            <a:lvl1pPr algn="ctr">
              <a:defRPr sz="4500"/>
            </a:lvl1pPr>
          </a:lstStyle>
          <a:p>
            <a:pPr>
              <a:defRPr/>
            </a:pPr>
            <a:r>
              <a:rPr lang="en-US"/>
              <a:t>Click to edit Master title style</a:t>
            </a:r>
            <a:endParaRPr lang="en-IN"/>
          </a:p>
        </p:txBody>
      </p:sp>
      <p:sp>
        <p:nvSpPr>
          <p:cNvPr id="3" name="Subtitle 2"/>
          <p:cNvSpPr>
            <a:spLocks noGrp="1"/>
          </p:cNvSpPr>
          <p:nvPr>
            <p:ph type="subTitle" idx="1"/>
          </p:nvPr>
        </p:nvSpPr>
        <p:spPr bwMode="auto">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a:pPr>
            <a:r>
              <a:rPr lang="en-US"/>
              <a:t>Click to edit Master subtitle style</a:t>
            </a:r>
            <a:endParaRPr lang="en-IN"/>
          </a:p>
        </p:txBody>
      </p:sp>
      <p:sp>
        <p:nvSpPr>
          <p:cNvPr id="4" name="Date Placeholder 3"/>
          <p:cNvSpPr>
            <a:spLocks noGrp="1"/>
          </p:cNvSpPr>
          <p:nvPr>
            <p:ph type="dt" sz="half" idx="10"/>
          </p:nvPr>
        </p:nvSpPr>
        <p:spPr bwMode="auto"/>
        <p:txBody>
          <a:bodyPr/>
          <a:lstStyle>
            <a:lvl1pPr>
              <a:defRPr/>
            </a:lvl1pPr>
          </a:lstStyle>
          <a:p>
            <a:pPr>
              <a:defRPr/>
            </a:pPr>
            <a:fld id="{1B310D6E-CCE1-A149-B54A-E4CD6CA0323C}" type="datetime1">
              <a:rPr lang="en-US"/>
              <a:t>5/2/2025</a:t>
            </a:fld>
            <a:endParaRPr lang="en-US"/>
          </a:p>
        </p:txBody>
      </p:sp>
      <p:sp>
        <p:nvSpPr>
          <p:cNvPr id="5"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6" name="Slide Number Placeholder 5"/>
          <p:cNvSpPr>
            <a:spLocks noGrp="1"/>
          </p:cNvSpPr>
          <p:nvPr>
            <p:ph type="sldNum" sz="quarter" idx="12"/>
          </p:nvPr>
        </p:nvSpPr>
        <p:spPr bwMode="auto"/>
        <p:txBody>
          <a:bodyPr/>
          <a:lstStyle>
            <a:lvl1pPr>
              <a:defRPr/>
            </a:lvl1pPr>
          </a:lstStyle>
          <a:p>
            <a:pPr>
              <a:defRPr/>
            </a:pPr>
            <a:fld id="{FDA5DD7C-245B-454D-BBB8-61B54529664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IN"/>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Date Placeholder 3"/>
          <p:cNvSpPr>
            <a:spLocks noGrp="1"/>
          </p:cNvSpPr>
          <p:nvPr>
            <p:ph type="dt" sz="half" idx="10"/>
          </p:nvPr>
        </p:nvSpPr>
        <p:spPr bwMode="auto"/>
        <p:txBody>
          <a:bodyPr/>
          <a:lstStyle>
            <a:lvl1pPr>
              <a:defRPr/>
            </a:lvl1pPr>
          </a:lstStyle>
          <a:p>
            <a:pPr>
              <a:defRPr/>
            </a:pPr>
            <a:fld id="{22FDA1DB-7280-434A-B189-E8E1FBF4E1B4}" type="datetime1">
              <a:rPr lang="en-US"/>
              <a:t>5/2/2025</a:t>
            </a:fld>
            <a:endParaRPr lang="en-US"/>
          </a:p>
        </p:txBody>
      </p:sp>
      <p:sp>
        <p:nvSpPr>
          <p:cNvPr id="5"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6" name="Slide Number Placeholder 5"/>
          <p:cNvSpPr>
            <a:spLocks noGrp="1"/>
          </p:cNvSpPr>
          <p:nvPr>
            <p:ph type="sldNum" sz="quarter" idx="12"/>
          </p:nvPr>
        </p:nvSpPr>
        <p:spPr bwMode="auto"/>
        <p:txBody>
          <a:bodyPr/>
          <a:lstStyle>
            <a:lvl1pPr>
              <a:defRPr/>
            </a:lvl1pPr>
          </a:lstStyle>
          <a:p>
            <a:pPr>
              <a:defRPr/>
            </a:pPr>
            <a:fld id="{58696073-0439-0442-AC0F-3387FBE4863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3888" y="1709739"/>
            <a:ext cx="7886700" cy="2852737"/>
          </a:xfrm>
        </p:spPr>
        <p:txBody>
          <a:bodyPr anchor="b"/>
          <a:lstStyle>
            <a:lvl1pPr>
              <a:defRPr sz="4500"/>
            </a:lvl1pPr>
          </a:lstStyle>
          <a:p>
            <a:pPr>
              <a:defRPr/>
            </a:pPr>
            <a:r>
              <a:rPr lang="en-US"/>
              <a:t>Click to edit Master title style</a:t>
            </a:r>
            <a:endParaRPr lang="en-IN"/>
          </a:p>
        </p:txBody>
      </p:sp>
      <p:sp>
        <p:nvSpPr>
          <p:cNvPr id="3" name="Text Placeholder 2"/>
          <p:cNvSpPr>
            <a:spLocks noGrp="1"/>
          </p:cNvSpPr>
          <p:nvPr>
            <p:ph type="body" idx="1"/>
          </p:nvPr>
        </p:nvSpPr>
        <p:spPr bwMode="auto">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lvl1pPr>
              <a:defRPr/>
            </a:lvl1pPr>
          </a:lstStyle>
          <a:p>
            <a:pPr>
              <a:defRPr/>
            </a:pPr>
            <a:fld id="{D4F6A084-0035-2F43-A06A-54F3E1AF4003}" type="datetime1">
              <a:rPr lang="en-US"/>
              <a:t>5/2/2025</a:t>
            </a:fld>
            <a:endParaRPr lang="en-US"/>
          </a:p>
        </p:txBody>
      </p:sp>
      <p:sp>
        <p:nvSpPr>
          <p:cNvPr id="5"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6" name="Slide Number Placeholder 5"/>
          <p:cNvSpPr>
            <a:spLocks noGrp="1"/>
          </p:cNvSpPr>
          <p:nvPr>
            <p:ph type="sldNum" sz="quarter" idx="12"/>
          </p:nvPr>
        </p:nvSpPr>
        <p:spPr bwMode="auto"/>
        <p:txBody>
          <a:bodyPr/>
          <a:lstStyle>
            <a:lvl1pPr>
              <a:defRPr/>
            </a:lvl1pPr>
          </a:lstStyle>
          <a:p>
            <a:pPr>
              <a:defRPr/>
            </a:pPr>
            <a:fld id="{5F64754A-C814-C347-830D-F0FDDA2AE726}"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IN"/>
          </a:p>
        </p:txBody>
      </p:sp>
      <p:sp>
        <p:nvSpPr>
          <p:cNvPr id="3" name="Content Placeholder 2"/>
          <p:cNvSpPr>
            <a:spLocks noGrp="1"/>
          </p:cNvSpPr>
          <p:nvPr>
            <p:ph sz="half" idx="1"/>
          </p:nvPr>
        </p:nvSpPr>
        <p:spPr bwMode="auto">
          <a:xfrm>
            <a:off x="6286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Content Placeholder 3"/>
          <p:cNvSpPr>
            <a:spLocks noGrp="1"/>
          </p:cNvSpPr>
          <p:nvPr>
            <p:ph sz="half" idx="2"/>
          </p:nvPr>
        </p:nvSpPr>
        <p:spPr bwMode="auto">
          <a:xfrm>
            <a:off x="46291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5" name="Date Placeholder 3"/>
          <p:cNvSpPr>
            <a:spLocks noGrp="1"/>
          </p:cNvSpPr>
          <p:nvPr>
            <p:ph type="dt" sz="half" idx="10"/>
          </p:nvPr>
        </p:nvSpPr>
        <p:spPr bwMode="auto"/>
        <p:txBody>
          <a:bodyPr/>
          <a:lstStyle>
            <a:lvl1pPr>
              <a:defRPr/>
            </a:lvl1pPr>
          </a:lstStyle>
          <a:p>
            <a:pPr>
              <a:defRPr/>
            </a:pPr>
            <a:fld id="{347B47F5-CE2C-254D-A586-3AB1D5A07357}" type="datetime1">
              <a:rPr lang="en-US"/>
              <a:t>5/2/2025</a:t>
            </a:fld>
            <a:endParaRPr lang="en-US"/>
          </a:p>
        </p:txBody>
      </p:sp>
      <p:sp>
        <p:nvSpPr>
          <p:cNvPr id="6"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7" name="Slide Number Placeholder 5"/>
          <p:cNvSpPr>
            <a:spLocks noGrp="1"/>
          </p:cNvSpPr>
          <p:nvPr>
            <p:ph type="sldNum" sz="quarter" idx="12"/>
          </p:nvPr>
        </p:nvSpPr>
        <p:spPr bwMode="auto"/>
        <p:txBody>
          <a:bodyPr/>
          <a:lstStyle>
            <a:lvl1pPr>
              <a:defRPr/>
            </a:lvl1pPr>
          </a:lstStyle>
          <a:p>
            <a:pPr>
              <a:defRPr/>
            </a:pPr>
            <a:fld id="{1E983558-648C-4647-929A-D401D85615A1}"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365126"/>
            <a:ext cx="7886700" cy="1325563"/>
          </a:xfrm>
        </p:spPr>
        <p:txBody>
          <a:bodyPr/>
          <a:lstStyle/>
          <a:p>
            <a:pPr>
              <a:defRPr/>
            </a:pPr>
            <a:r>
              <a:rPr lang="en-US"/>
              <a:t>Click to edit Master title style</a:t>
            </a:r>
            <a:endParaRPr lang="en-IN"/>
          </a:p>
        </p:txBody>
      </p:sp>
      <p:sp>
        <p:nvSpPr>
          <p:cNvPr id="3" name="Text Placeholder 2"/>
          <p:cNvSpPr>
            <a:spLocks noGrp="1"/>
          </p:cNvSpPr>
          <p:nvPr>
            <p:ph type="body" idx="1"/>
          </p:nvPr>
        </p:nvSpPr>
        <p:spPr bwMode="auto">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629842" y="2505074"/>
            <a:ext cx="3868340"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5" name="Text Placeholder 4"/>
          <p:cNvSpPr>
            <a:spLocks noGrp="1"/>
          </p:cNvSpPr>
          <p:nvPr>
            <p:ph type="body" sz="quarter" idx="3"/>
          </p:nvPr>
        </p:nvSpPr>
        <p:spPr bwMode="auto">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29150" y="2505074"/>
            <a:ext cx="3887391"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7" name="Date Placeholder 3"/>
          <p:cNvSpPr>
            <a:spLocks noGrp="1"/>
          </p:cNvSpPr>
          <p:nvPr>
            <p:ph type="dt" sz="half" idx="10"/>
          </p:nvPr>
        </p:nvSpPr>
        <p:spPr bwMode="auto"/>
        <p:txBody>
          <a:bodyPr/>
          <a:lstStyle>
            <a:lvl1pPr>
              <a:defRPr/>
            </a:lvl1pPr>
          </a:lstStyle>
          <a:p>
            <a:pPr>
              <a:defRPr/>
            </a:pPr>
            <a:fld id="{138A6FD5-96EF-F944-AD30-1C298BA7907F}" type="datetime1">
              <a:rPr lang="en-US"/>
              <a:t>5/2/2025</a:t>
            </a:fld>
            <a:endParaRPr lang="en-US"/>
          </a:p>
        </p:txBody>
      </p:sp>
      <p:sp>
        <p:nvSpPr>
          <p:cNvPr id="8"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9" name="Slide Number Placeholder 5"/>
          <p:cNvSpPr>
            <a:spLocks noGrp="1"/>
          </p:cNvSpPr>
          <p:nvPr>
            <p:ph type="sldNum" sz="quarter" idx="12"/>
          </p:nvPr>
        </p:nvSpPr>
        <p:spPr bwMode="auto"/>
        <p:txBody>
          <a:bodyPr/>
          <a:lstStyle>
            <a:lvl1pPr>
              <a:defRPr/>
            </a:lvl1pPr>
          </a:lstStyle>
          <a:p>
            <a:pPr>
              <a:defRPr/>
            </a:pPr>
            <a:fld id="{FF18FF40-D1C3-454C-97EE-D1AEBADCD4C1}"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IN"/>
          </a:p>
        </p:txBody>
      </p:sp>
      <p:sp>
        <p:nvSpPr>
          <p:cNvPr id="3" name="Date Placeholder 3"/>
          <p:cNvSpPr>
            <a:spLocks noGrp="1"/>
          </p:cNvSpPr>
          <p:nvPr>
            <p:ph type="dt" sz="half" idx="10"/>
          </p:nvPr>
        </p:nvSpPr>
        <p:spPr bwMode="auto"/>
        <p:txBody>
          <a:bodyPr/>
          <a:lstStyle>
            <a:lvl1pPr>
              <a:defRPr/>
            </a:lvl1pPr>
          </a:lstStyle>
          <a:p>
            <a:pPr>
              <a:defRPr/>
            </a:pPr>
            <a:fld id="{ADACE05A-4825-4A4C-988E-F1C0BEF4DB57}" type="datetime1">
              <a:rPr lang="en-US"/>
              <a:t>5/2/2025</a:t>
            </a:fld>
            <a:endParaRPr lang="en-US"/>
          </a:p>
        </p:txBody>
      </p:sp>
      <p:sp>
        <p:nvSpPr>
          <p:cNvPr id="4"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5" name="Slide Number Placeholder 5"/>
          <p:cNvSpPr>
            <a:spLocks noGrp="1"/>
          </p:cNvSpPr>
          <p:nvPr>
            <p:ph type="sldNum" sz="quarter" idx="12"/>
          </p:nvPr>
        </p:nvSpPr>
        <p:spPr bwMode="auto"/>
        <p:txBody>
          <a:bodyPr/>
          <a:lstStyle>
            <a:lvl1pPr>
              <a:defRPr/>
            </a:lvl1pPr>
          </a:lstStyle>
          <a:p>
            <a:pPr>
              <a:defRPr/>
            </a:pPr>
            <a:fld id="{FF922116-F8A8-A244-9026-EC4C3B96A0B2}"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3"/>
          <p:cNvSpPr>
            <a:spLocks noGrp="1"/>
          </p:cNvSpPr>
          <p:nvPr>
            <p:ph type="dt" sz="half" idx="10"/>
          </p:nvPr>
        </p:nvSpPr>
        <p:spPr bwMode="auto"/>
        <p:txBody>
          <a:bodyPr/>
          <a:lstStyle>
            <a:lvl1pPr>
              <a:defRPr/>
            </a:lvl1pPr>
          </a:lstStyle>
          <a:p>
            <a:pPr>
              <a:defRPr/>
            </a:pPr>
            <a:fld id="{675B63E2-2B32-7544-A97F-C4883F27DB3D}" type="datetime1">
              <a:rPr lang="en-US"/>
              <a:t>5/2/2025</a:t>
            </a:fld>
            <a:endParaRPr lang="en-US"/>
          </a:p>
        </p:txBody>
      </p:sp>
      <p:sp>
        <p:nvSpPr>
          <p:cNvPr id="3"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4" name="Slide Number Placeholder 5"/>
          <p:cNvSpPr>
            <a:spLocks noGrp="1"/>
          </p:cNvSpPr>
          <p:nvPr>
            <p:ph type="sldNum" sz="quarter" idx="12"/>
          </p:nvPr>
        </p:nvSpPr>
        <p:spPr bwMode="auto"/>
        <p:txBody>
          <a:bodyPr/>
          <a:lstStyle>
            <a:lvl1pPr>
              <a:defRPr/>
            </a:lvl1pPr>
          </a:lstStyle>
          <a:p>
            <a:pPr>
              <a:defRPr/>
            </a:pPr>
            <a:fld id="{13986CB4-0795-EF46-9C01-0365489928FE}"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457200"/>
            <a:ext cx="2949178" cy="1600200"/>
          </a:xfrm>
        </p:spPr>
        <p:txBody>
          <a:bodyPr anchor="b"/>
          <a:lstStyle>
            <a:lvl1pPr>
              <a:defRPr sz="2400"/>
            </a:lvl1pPr>
          </a:lstStyle>
          <a:p>
            <a:pPr>
              <a:defRPr/>
            </a:pPr>
            <a:r>
              <a:rPr lang="en-US"/>
              <a:t>Click to edit Master title style</a:t>
            </a:r>
            <a:endParaRPr lang="en-IN"/>
          </a:p>
        </p:txBody>
      </p:sp>
      <p:sp>
        <p:nvSpPr>
          <p:cNvPr id="3" name="Content Placeholder 2"/>
          <p:cNvSpPr>
            <a:spLocks noGrp="1"/>
          </p:cNvSpPr>
          <p:nvPr>
            <p:ph idx="1"/>
          </p:nvPr>
        </p:nvSpPr>
        <p:spPr bwMode="auto">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5" name="Date Placeholder 3"/>
          <p:cNvSpPr>
            <a:spLocks noGrp="1"/>
          </p:cNvSpPr>
          <p:nvPr>
            <p:ph type="dt" sz="half" idx="10"/>
          </p:nvPr>
        </p:nvSpPr>
        <p:spPr bwMode="auto"/>
        <p:txBody>
          <a:bodyPr/>
          <a:lstStyle>
            <a:lvl1pPr>
              <a:defRPr/>
            </a:lvl1pPr>
          </a:lstStyle>
          <a:p>
            <a:pPr>
              <a:defRPr/>
            </a:pPr>
            <a:fld id="{7AF8733E-5D60-5D4C-9D54-3E192EB015C9}" type="datetime1">
              <a:rPr lang="en-US"/>
              <a:t>5/2/2025</a:t>
            </a:fld>
            <a:endParaRPr lang="en-US"/>
          </a:p>
        </p:txBody>
      </p:sp>
      <p:sp>
        <p:nvSpPr>
          <p:cNvPr id="6"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7" name="Slide Number Placeholder 5"/>
          <p:cNvSpPr>
            <a:spLocks noGrp="1"/>
          </p:cNvSpPr>
          <p:nvPr>
            <p:ph type="sldNum" sz="quarter" idx="12"/>
          </p:nvPr>
        </p:nvSpPr>
        <p:spPr bwMode="auto"/>
        <p:txBody>
          <a:bodyPr/>
          <a:lstStyle>
            <a:lvl1pPr>
              <a:defRPr/>
            </a:lvl1pPr>
          </a:lstStyle>
          <a:p>
            <a:pPr>
              <a:defRPr/>
            </a:pPr>
            <a:fld id="{762C36DF-6C11-FF46-914C-2A5CEA1D13F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457200"/>
            <a:ext cx="2949178" cy="1600200"/>
          </a:xfrm>
        </p:spPr>
        <p:txBody>
          <a:bodyPr anchor="b"/>
          <a:lstStyle>
            <a:lvl1pPr>
              <a:defRPr sz="2400"/>
            </a:lvl1pPr>
          </a:lstStyle>
          <a:p>
            <a:pPr>
              <a:defRPr/>
            </a:pPr>
            <a:r>
              <a:rPr lang="en-US"/>
              <a:t>Click to edit Master title style</a:t>
            </a:r>
            <a:endParaRPr lang="en-IN"/>
          </a:p>
        </p:txBody>
      </p:sp>
      <p:sp>
        <p:nvSpPr>
          <p:cNvPr id="3" name="Picture Placeholder 2"/>
          <p:cNvSpPr>
            <a:spLocks noGrp="1"/>
          </p:cNvSpPr>
          <p:nvPr>
            <p:ph type="pic" idx="1"/>
          </p:nvPr>
        </p:nvSpPr>
        <p:spPr bwMode="auto">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defRPr/>
            </a:pPr>
            <a:endParaRPr lang="en-IN"/>
          </a:p>
        </p:txBody>
      </p:sp>
      <p:sp>
        <p:nvSpPr>
          <p:cNvPr id="4"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5" name="Date Placeholder 3"/>
          <p:cNvSpPr>
            <a:spLocks noGrp="1"/>
          </p:cNvSpPr>
          <p:nvPr>
            <p:ph type="dt" sz="half" idx="10"/>
          </p:nvPr>
        </p:nvSpPr>
        <p:spPr bwMode="auto"/>
        <p:txBody>
          <a:bodyPr/>
          <a:lstStyle>
            <a:lvl1pPr>
              <a:defRPr/>
            </a:lvl1pPr>
          </a:lstStyle>
          <a:p>
            <a:pPr>
              <a:defRPr/>
            </a:pPr>
            <a:fld id="{E490F8A4-712A-7A48-BA15-9381D7937D33}" type="datetime1">
              <a:rPr lang="en-US"/>
              <a:t>5/2/2025</a:t>
            </a:fld>
            <a:endParaRPr lang="en-US"/>
          </a:p>
        </p:txBody>
      </p:sp>
      <p:sp>
        <p:nvSpPr>
          <p:cNvPr id="6"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7" name="Slide Number Placeholder 5"/>
          <p:cNvSpPr>
            <a:spLocks noGrp="1"/>
          </p:cNvSpPr>
          <p:nvPr>
            <p:ph type="sldNum" sz="quarter" idx="12"/>
          </p:nvPr>
        </p:nvSpPr>
        <p:spPr bwMode="auto"/>
        <p:txBody>
          <a:bodyPr/>
          <a:lstStyle>
            <a:lvl1pPr>
              <a:defRPr/>
            </a:lvl1pPr>
          </a:lstStyle>
          <a:p>
            <a:pPr>
              <a:defRPr/>
            </a:pPr>
            <a:fld id="{0EB9BC72-568A-CF40-9380-7AC683B4E9F7}"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IN"/>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Date Placeholder 3"/>
          <p:cNvSpPr>
            <a:spLocks noGrp="1"/>
          </p:cNvSpPr>
          <p:nvPr>
            <p:ph type="dt" sz="half" idx="10"/>
          </p:nvPr>
        </p:nvSpPr>
        <p:spPr bwMode="auto"/>
        <p:txBody>
          <a:bodyPr/>
          <a:lstStyle>
            <a:lvl1pPr>
              <a:defRPr/>
            </a:lvl1pPr>
          </a:lstStyle>
          <a:p>
            <a:pPr>
              <a:defRPr/>
            </a:pPr>
            <a:fld id="{4ED810BD-6EE7-5845-8542-38485BD727BE}" type="datetime1">
              <a:rPr lang="en-US"/>
              <a:t>5/2/2025</a:t>
            </a:fld>
            <a:endParaRPr lang="en-US"/>
          </a:p>
        </p:txBody>
      </p:sp>
      <p:sp>
        <p:nvSpPr>
          <p:cNvPr id="5"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6" name="Slide Number Placeholder 5"/>
          <p:cNvSpPr>
            <a:spLocks noGrp="1"/>
          </p:cNvSpPr>
          <p:nvPr>
            <p:ph type="sldNum" sz="quarter" idx="12"/>
          </p:nvPr>
        </p:nvSpPr>
        <p:spPr bwMode="auto"/>
        <p:txBody>
          <a:bodyPr/>
          <a:lstStyle>
            <a:lvl1pPr>
              <a:defRPr/>
            </a:lvl1pPr>
          </a:lstStyle>
          <a:p>
            <a:pPr>
              <a:defRPr/>
            </a:pPr>
            <a:fld id="{38AC9A59-4DA6-9048-85E2-5E94805EA4EE}"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543675" y="365125"/>
            <a:ext cx="1971675" cy="5811838"/>
          </a:xfrm>
        </p:spPr>
        <p:txBody>
          <a:bodyPr vert="eaVert"/>
          <a:lstStyle/>
          <a:p>
            <a:pPr>
              <a:defRPr/>
            </a:pPr>
            <a:r>
              <a:rPr lang="en-US"/>
              <a:t>Click to edit Master title style</a:t>
            </a:r>
            <a:endParaRPr lang="en-IN"/>
          </a:p>
        </p:txBody>
      </p:sp>
      <p:sp>
        <p:nvSpPr>
          <p:cNvPr id="3" name="Vertical Text Placeholder 2"/>
          <p:cNvSpPr>
            <a:spLocks noGrp="1"/>
          </p:cNvSpPr>
          <p:nvPr>
            <p:ph type="body" orient="vert" idx="1"/>
          </p:nvPr>
        </p:nvSpPr>
        <p:spPr bwMode="auto">
          <a:xfrm>
            <a:off x="628650" y="365125"/>
            <a:ext cx="5800725"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Date Placeholder 3"/>
          <p:cNvSpPr>
            <a:spLocks noGrp="1"/>
          </p:cNvSpPr>
          <p:nvPr>
            <p:ph type="dt" sz="half" idx="10"/>
          </p:nvPr>
        </p:nvSpPr>
        <p:spPr bwMode="auto"/>
        <p:txBody>
          <a:bodyPr/>
          <a:lstStyle>
            <a:lvl1pPr>
              <a:defRPr/>
            </a:lvl1pPr>
          </a:lstStyle>
          <a:p>
            <a:pPr>
              <a:defRPr/>
            </a:pPr>
            <a:fld id="{048D4257-1B16-3D4F-9BA0-F984EC6F75CF}" type="datetime1">
              <a:rPr lang="en-US"/>
              <a:t>5/2/2025</a:t>
            </a:fld>
            <a:endParaRPr lang="en-US"/>
          </a:p>
        </p:txBody>
      </p:sp>
      <p:sp>
        <p:nvSpPr>
          <p:cNvPr id="5" name="Footer Placeholder 4"/>
          <p:cNvSpPr>
            <a:spLocks noGrp="1"/>
          </p:cNvSpPr>
          <p:nvPr>
            <p:ph type="ftr" sz="quarter" idx="11"/>
          </p:nvPr>
        </p:nvSpPr>
        <p:spPr bwMode="auto"/>
        <p:txBody>
          <a:bodyPr/>
          <a:lstStyle>
            <a:lvl1pPr>
              <a:defRPr/>
            </a:lvl1pPr>
          </a:lstStyle>
          <a:p>
            <a:pPr>
              <a:defRPr/>
            </a:pPr>
            <a:r>
              <a:rPr lang="en-US"/>
              <a:t>DEPARTMENT OF IT PROJECT WORK PHASE-1 REVIEW-1</a:t>
            </a:r>
            <a:endParaRPr/>
          </a:p>
        </p:txBody>
      </p:sp>
      <p:sp>
        <p:nvSpPr>
          <p:cNvPr id="6" name="Slide Number Placeholder 5"/>
          <p:cNvSpPr>
            <a:spLocks noGrp="1"/>
          </p:cNvSpPr>
          <p:nvPr>
            <p:ph type="sldNum" sz="quarter" idx="12"/>
          </p:nvPr>
        </p:nvSpPr>
        <p:spPr bwMode="auto"/>
        <p:txBody>
          <a:bodyPr/>
          <a:lstStyle>
            <a:lvl1pPr>
              <a:defRPr/>
            </a:lvl1pPr>
          </a:lstStyle>
          <a:p>
            <a:pPr>
              <a:defRPr/>
            </a:pPr>
            <a:fld id="{A0F8CC7D-DBF4-BC43-B794-63258C44871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1026" name="Title Placeholder 1"/>
          <p:cNvSpPr>
            <a:spLocks noGrp="1" noChangeArrowheads="1"/>
          </p:cNvSpPr>
          <p:nvPr>
            <p:ph type="title"/>
          </p:nvPr>
        </p:nvSpPr>
        <p:spPr bwMode="auto">
          <a:xfrm>
            <a:off x="628650" y="365125"/>
            <a:ext cx="7886700" cy="1325563"/>
          </a:xfrm>
          <a:prstGeom prst="rect">
            <a:avLst/>
          </a:prstGeom>
          <a:noFill/>
          <a:ln>
            <a:noFill/>
          </a:ln>
        </p:spPr>
        <p:txBody>
          <a:bodyPr vert="horz" wrap="square" lIns="91440" tIns="45720" rIns="91440" bIns="45720" numCol="1" anchor="ctr" anchorCtr="0" compatLnSpc="1">
            <a:prstTxWarp prst="textNoShape">
              <a:avLst/>
            </a:prstTxWarp>
          </a:bodyPr>
          <a:lstStyle/>
          <a:p>
            <a:pPr lvl="0">
              <a:defRPr/>
            </a:pPr>
            <a:r>
              <a:rPr lang="en-US"/>
              <a:t>Click to edit Master title style</a:t>
            </a:r>
            <a:endParaRPr lang="en-IN"/>
          </a:p>
        </p:txBody>
      </p:sp>
      <p:sp>
        <p:nvSpPr>
          <p:cNvPr id="1027" name="Text Placeholder 2"/>
          <p:cNvSpPr>
            <a:spLocks noGrp="1" noChangeArrowheads="1"/>
          </p:cNvSpPr>
          <p:nvPr>
            <p:ph type="body" idx="1"/>
          </p:nvPr>
        </p:nvSpPr>
        <p:spPr bwMode="auto">
          <a:xfrm>
            <a:off x="628650" y="1825625"/>
            <a:ext cx="7886700" cy="4351338"/>
          </a:xfrm>
          <a:prstGeom prst="rect">
            <a:avLst/>
          </a:prstGeom>
          <a:noFill/>
          <a:ln>
            <a:noFill/>
          </a:ln>
        </p:spPr>
        <p:txBody>
          <a:bodyPr vert="horz" wrap="square" lIns="91440" tIns="45720" rIns="91440" bIns="45720" numCol="1" anchor="t" anchorCtr="0" compatLnSpc="1">
            <a:prstTxWarp prst="textNoShape">
              <a:avLst/>
            </a:prstTxWarp>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4" name="Date Placeholder 3"/>
          <p:cNvSpPr>
            <a:spLocks noGrp="1"/>
          </p:cNvSpPr>
          <p:nvPr>
            <p:ph type="dt" sz="half" idx="2"/>
          </p:nvPr>
        </p:nvSpPr>
        <p:spPr bwMode="auto">
          <a:xfrm>
            <a:off x="628650" y="6356350"/>
            <a:ext cx="2057400" cy="365125"/>
          </a:xfrm>
          <a:prstGeom prst="rect">
            <a:avLst/>
          </a:prstGeom>
        </p:spPr>
        <p:txBody>
          <a:bodyPr vert="horz" lIns="91440" tIns="45720" rIns="91440" bIns="45720" rtlCol="0" anchor="ctr"/>
          <a:lstStyle>
            <a:lvl1pPr algn="l">
              <a:spcBef>
                <a:spcPts val="0"/>
              </a:spcBef>
              <a:spcAft>
                <a:spcPts val="0"/>
              </a:spcAft>
              <a:defRPr sz="900">
                <a:solidFill>
                  <a:schemeClr val="tx1">
                    <a:tint val="75000"/>
                  </a:schemeClr>
                </a:solidFill>
                <a:latin typeface="+mn-lt"/>
              </a:defRPr>
            </a:lvl1pPr>
          </a:lstStyle>
          <a:p>
            <a:pPr>
              <a:defRPr/>
            </a:pPr>
            <a:fld id="{AE1FFBDB-6FD4-0044-8794-42ECC3E2BB97}" type="datetime1">
              <a:rPr lang="en-US"/>
              <a:t>5/2/2025</a:t>
            </a:fld>
            <a:endParaRPr lang="en-US"/>
          </a:p>
        </p:txBody>
      </p:sp>
      <p:sp>
        <p:nvSpPr>
          <p:cNvPr id="5" name="Footer Placeholder 4"/>
          <p:cNvSpPr>
            <a:spLocks noGrp="1"/>
          </p:cNvSpPr>
          <p:nvPr>
            <p:ph type="ftr" sz="quarter" idx="3"/>
          </p:nvPr>
        </p:nvSpPr>
        <p:spPr bwMode="auto">
          <a:xfrm>
            <a:off x="3028950" y="6356350"/>
            <a:ext cx="3086100" cy="365125"/>
          </a:xfrm>
          <a:prstGeom prst="rect">
            <a:avLst/>
          </a:prstGeom>
        </p:spPr>
        <p:txBody>
          <a:bodyPr vert="horz" lIns="91440" tIns="45720" rIns="91440" bIns="45720" rtlCol="0" anchor="ctr"/>
          <a:lstStyle>
            <a:lvl1pPr algn="ctr">
              <a:spcBef>
                <a:spcPts val="0"/>
              </a:spcBef>
              <a:spcAft>
                <a:spcPts val="0"/>
              </a:spcAft>
              <a:defRPr sz="900">
                <a:solidFill>
                  <a:schemeClr val="tx1">
                    <a:tint val="75000"/>
                  </a:schemeClr>
                </a:solidFill>
                <a:latin typeface="+mn-lt"/>
              </a:defRPr>
            </a:lvl1pPr>
          </a:lstStyle>
          <a:p>
            <a:pPr>
              <a:defRPr/>
            </a:pPr>
            <a:r>
              <a:rPr lang="en-US"/>
              <a:t>DEPARTMENT OF IT PROJECT WORK PHASE-1 REVIEW-1</a:t>
            </a:r>
            <a:endParaRPr/>
          </a:p>
        </p:txBody>
      </p:sp>
      <p:sp>
        <p:nvSpPr>
          <p:cNvPr id="6" name="Slide Number Placeholder 5"/>
          <p:cNvSpPr>
            <a:spLocks noGrp="1"/>
          </p:cNvSpPr>
          <p:nvPr>
            <p:ph type="sldNum" sz="quarter" idx="4"/>
          </p:nvPr>
        </p:nvSpPr>
        <p:spPr bwMode="auto">
          <a:xfrm>
            <a:off x="6457950" y="6356350"/>
            <a:ext cx="2057400" cy="365125"/>
          </a:xfrm>
          <a:prstGeom prst="rect">
            <a:avLst/>
          </a:prstGeom>
        </p:spPr>
        <p:txBody>
          <a:bodyPr vert="horz" lIns="91440" tIns="45720" rIns="91440" bIns="45720" rtlCol="0" anchor="ctr"/>
          <a:lstStyle>
            <a:lvl1pPr algn="r">
              <a:spcBef>
                <a:spcPts val="0"/>
              </a:spcBef>
              <a:spcAft>
                <a:spcPts val="0"/>
              </a:spcAft>
              <a:defRPr sz="900">
                <a:solidFill>
                  <a:schemeClr val="tx1">
                    <a:tint val="75000"/>
                  </a:schemeClr>
                </a:solidFill>
                <a:latin typeface="+mn-lt"/>
              </a:defRPr>
            </a:lvl1pPr>
          </a:lstStyle>
          <a:p>
            <a:pPr>
              <a:defRPr/>
            </a:pPr>
            <a:fld id="{E8672C8F-734D-9C42-B8A2-07C063D17BF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685800">
        <a:lnSpc>
          <a:spcPct val="90000"/>
        </a:lnSpc>
        <a:spcBef>
          <a:spcPts val="0"/>
        </a:spcBef>
        <a:spcAft>
          <a:spcPts val="0"/>
        </a:spcAft>
        <a:defRPr sz="3300">
          <a:solidFill>
            <a:schemeClr val="tx1"/>
          </a:solidFill>
          <a:latin typeface="+mj-lt"/>
          <a:ea typeface="+mj-ea"/>
          <a:cs typeface="+mj-cs"/>
        </a:defRPr>
      </a:lvl1pPr>
      <a:lvl2pPr algn="l" defTabSz="685800">
        <a:lnSpc>
          <a:spcPct val="90000"/>
        </a:lnSpc>
        <a:spcBef>
          <a:spcPts val="0"/>
        </a:spcBef>
        <a:spcAft>
          <a:spcPts val="0"/>
        </a:spcAft>
        <a:defRPr sz="3300">
          <a:solidFill>
            <a:schemeClr val="tx1"/>
          </a:solidFill>
          <a:latin typeface="Calibri Light"/>
        </a:defRPr>
      </a:lvl2pPr>
      <a:lvl3pPr algn="l" defTabSz="685800">
        <a:lnSpc>
          <a:spcPct val="90000"/>
        </a:lnSpc>
        <a:spcBef>
          <a:spcPts val="0"/>
        </a:spcBef>
        <a:spcAft>
          <a:spcPts val="0"/>
        </a:spcAft>
        <a:defRPr sz="3300">
          <a:solidFill>
            <a:schemeClr val="tx1"/>
          </a:solidFill>
          <a:latin typeface="Calibri Light"/>
        </a:defRPr>
      </a:lvl3pPr>
      <a:lvl4pPr algn="l" defTabSz="685800">
        <a:lnSpc>
          <a:spcPct val="90000"/>
        </a:lnSpc>
        <a:spcBef>
          <a:spcPts val="0"/>
        </a:spcBef>
        <a:spcAft>
          <a:spcPts val="0"/>
        </a:spcAft>
        <a:defRPr sz="3300">
          <a:solidFill>
            <a:schemeClr val="tx1"/>
          </a:solidFill>
          <a:latin typeface="Calibri Light"/>
        </a:defRPr>
      </a:lvl4pPr>
      <a:lvl5pPr algn="l" defTabSz="685800">
        <a:lnSpc>
          <a:spcPct val="90000"/>
        </a:lnSpc>
        <a:spcBef>
          <a:spcPts val="0"/>
        </a:spcBef>
        <a:spcAft>
          <a:spcPts val="0"/>
        </a:spcAft>
        <a:defRPr sz="3300">
          <a:solidFill>
            <a:schemeClr val="tx1"/>
          </a:solidFill>
          <a:latin typeface="Calibri Light"/>
        </a:defRPr>
      </a:lvl5pPr>
      <a:lvl6pPr marL="457200" algn="l" defTabSz="685800">
        <a:lnSpc>
          <a:spcPct val="90000"/>
        </a:lnSpc>
        <a:spcBef>
          <a:spcPts val="0"/>
        </a:spcBef>
        <a:spcAft>
          <a:spcPts val="0"/>
        </a:spcAft>
        <a:defRPr sz="3300">
          <a:solidFill>
            <a:schemeClr val="tx1"/>
          </a:solidFill>
          <a:latin typeface="Calibri Light"/>
        </a:defRPr>
      </a:lvl6pPr>
      <a:lvl7pPr marL="914400" algn="l" defTabSz="685800">
        <a:lnSpc>
          <a:spcPct val="90000"/>
        </a:lnSpc>
        <a:spcBef>
          <a:spcPts val="0"/>
        </a:spcBef>
        <a:spcAft>
          <a:spcPts val="0"/>
        </a:spcAft>
        <a:defRPr sz="3300">
          <a:solidFill>
            <a:schemeClr val="tx1"/>
          </a:solidFill>
          <a:latin typeface="Calibri Light"/>
        </a:defRPr>
      </a:lvl7pPr>
      <a:lvl8pPr marL="1371600" algn="l" defTabSz="685800">
        <a:lnSpc>
          <a:spcPct val="90000"/>
        </a:lnSpc>
        <a:spcBef>
          <a:spcPts val="0"/>
        </a:spcBef>
        <a:spcAft>
          <a:spcPts val="0"/>
        </a:spcAft>
        <a:defRPr sz="3300">
          <a:solidFill>
            <a:schemeClr val="tx1"/>
          </a:solidFill>
          <a:latin typeface="Calibri Light"/>
        </a:defRPr>
      </a:lvl8pPr>
      <a:lvl9pPr marL="1828800" algn="l" defTabSz="685800">
        <a:lnSpc>
          <a:spcPct val="90000"/>
        </a:lnSpc>
        <a:spcBef>
          <a:spcPts val="0"/>
        </a:spcBef>
        <a:spcAft>
          <a:spcPts val="0"/>
        </a:spcAft>
        <a:defRPr sz="3300">
          <a:solidFill>
            <a:schemeClr val="tx1"/>
          </a:solidFill>
          <a:latin typeface="Calibri Light"/>
        </a:defRPr>
      </a:lvl9pPr>
    </p:titleStyle>
    <p:bodyStyle>
      <a:lvl1pPr marL="171450" indent="-171450" algn="l" defTabSz="685800">
        <a:lnSpc>
          <a:spcPct val="90000"/>
        </a:lnSpc>
        <a:spcBef>
          <a:spcPts val="750"/>
        </a:spcBef>
        <a:spcAft>
          <a:spcPts val="0"/>
        </a:spcAft>
        <a:buFont typeface="Arial"/>
        <a:buChar char="•"/>
        <a:defRPr sz="2100">
          <a:solidFill>
            <a:schemeClr val="tx1"/>
          </a:solidFill>
          <a:latin typeface="+mn-lt"/>
          <a:ea typeface="+mn-ea"/>
          <a:cs typeface="+mn-cs"/>
        </a:defRPr>
      </a:lvl1pPr>
      <a:lvl2pPr marL="514350" indent="-171450" algn="l" defTabSz="685800">
        <a:lnSpc>
          <a:spcPct val="90000"/>
        </a:lnSpc>
        <a:spcBef>
          <a:spcPts val="375"/>
        </a:spcBef>
        <a:spcAft>
          <a:spcPts val="0"/>
        </a:spcAft>
        <a:buFont typeface="Arial"/>
        <a:buChar char="•"/>
        <a:defRPr>
          <a:solidFill>
            <a:schemeClr val="tx1"/>
          </a:solidFill>
          <a:latin typeface="+mn-lt"/>
          <a:ea typeface="+mn-ea"/>
          <a:cs typeface="+mn-cs"/>
        </a:defRPr>
      </a:lvl2pPr>
      <a:lvl3pPr marL="857250" indent="-171450" algn="l" defTabSz="685800">
        <a:lnSpc>
          <a:spcPct val="90000"/>
        </a:lnSpc>
        <a:spcBef>
          <a:spcPts val="375"/>
        </a:spcBef>
        <a:spcAft>
          <a:spcPts val="0"/>
        </a:spcAft>
        <a:buFont typeface="Arial"/>
        <a:buChar char="•"/>
        <a:defRPr sz="1500">
          <a:solidFill>
            <a:schemeClr val="tx1"/>
          </a:solidFill>
          <a:latin typeface="+mn-lt"/>
          <a:ea typeface="+mn-ea"/>
          <a:cs typeface="+mn-cs"/>
        </a:defRPr>
      </a:lvl3pPr>
      <a:lvl4pPr marL="1200150" indent="-171450" algn="l" defTabSz="685800">
        <a:lnSpc>
          <a:spcPct val="90000"/>
        </a:lnSpc>
        <a:spcBef>
          <a:spcPts val="375"/>
        </a:spcBef>
        <a:spcAft>
          <a:spcPts val="0"/>
        </a:spcAft>
        <a:buFont typeface="Arial"/>
        <a:buChar char="•"/>
        <a:defRPr sz="1300">
          <a:solidFill>
            <a:schemeClr val="tx1"/>
          </a:solidFill>
          <a:latin typeface="+mn-lt"/>
          <a:ea typeface="+mn-ea"/>
          <a:cs typeface="+mn-cs"/>
        </a:defRPr>
      </a:lvl4pPr>
      <a:lvl5pPr marL="1543050" indent="-171450" algn="l" defTabSz="685800">
        <a:lnSpc>
          <a:spcPct val="90000"/>
        </a:lnSpc>
        <a:spcBef>
          <a:spcPts val="375"/>
        </a:spcBef>
        <a:spcAft>
          <a:spcPts val="0"/>
        </a:spcAft>
        <a:buFont typeface="Arial"/>
        <a:buChar char="•"/>
        <a:defRPr sz="1300">
          <a:solidFill>
            <a:schemeClr val="tx1"/>
          </a:solidFill>
          <a:latin typeface="+mn-lt"/>
          <a:ea typeface="+mn-ea"/>
          <a:cs typeface="+mn-cs"/>
        </a:defRPr>
      </a:lvl5pPr>
      <a:lvl6pPr marL="1885950" indent="-171450" algn="l" defTabSz="685800">
        <a:lnSpc>
          <a:spcPct val="90000"/>
        </a:lnSpc>
        <a:spcBef>
          <a:spcPts val="375"/>
        </a:spcBef>
        <a:buFont typeface="Arial"/>
        <a:buChar char="•"/>
        <a:defRPr sz="1350">
          <a:solidFill>
            <a:schemeClr val="tx1"/>
          </a:solidFill>
          <a:latin typeface="+mn-lt"/>
          <a:ea typeface="+mn-ea"/>
          <a:cs typeface="+mn-cs"/>
        </a:defRPr>
      </a:lvl6pPr>
      <a:lvl7pPr marL="2228850" indent="-171450" algn="l" defTabSz="685800">
        <a:lnSpc>
          <a:spcPct val="90000"/>
        </a:lnSpc>
        <a:spcBef>
          <a:spcPts val="375"/>
        </a:spcBef>
        <a:buFont typeface="Arial"/>
        <a:buChar char="•"/>
        <a:defRPr sz="1350">
          <a:solidFill>
            <a:schemeClr val="tx1"/>
          </a:solidFill>
          <a:latin typeface="+mn-lt"/>
          <a:ea typeface="+mn-ea"/>
          <a:cs typeface="+mn-cs"/>
        </a:defRPr>
      </a:lvl7pPr>
      <a:lvl8pPr marL="2571750" indent="-171450" algn="l" defTabSz="685800">
        <a:lnSpc>
          <a:spcPct val="90000"/>
        </a:lnSpc>
        <a:spcBef>
          <a:spcPts val="375"/>
        </a:spcBef>
        <a:buFont typeface="Arial"/>
        <a:buChar char="•"/>
        <a:defRPr sz="1350">
          <a:solidFill>
            <a:schemeClr val="tx1"/>
          </a:solidFill>
          <a:latin typeface="+mn-lt"/>
          <a:ea typeface="+mn-ea"/>
          <a:cs typeface="+mn-cs"/>
        </a:defRPr>
      </a:lvl8pPr>
      <a:lvl9pPr marL="2914650" indent="-171450" algn="l" defTabSz="685800">
        <a:lnSpc>
          <a:spcPct val="90000"/>
        </a:lnSpc>
        <a:spcBef>
          <a:spcPts val="375"/>
        </a:spcBef>
        <a:buFont typeface="Arial"/>
        <a:buChar char="•"/>
        <a:defRPr sz="1350">
          <a:solidFill>
            <a:schemeClr val="tx1"/>
          </a:solidFill>
          <a:latin typeface="+mn-lt"/>
          <a:ea typeface="+mn-ea"/>
          <a:cs typeface="+mn-cs"/>
        </a:defRPr>
      </a:lvl9pPr>
    </p:bodyStyle>
    <p:otherStyle>
      <a:defPPr>
        <a:defRPr lang="en-US"/>
      </a:defPPr>
      <a:lvl1pPr marL="0" algn="l" defTabSz="685800">
        <a:defRPr sz="1350">
          <a:solidFill>
            <a:schemeClr val="tx1"/>
          </a:solidFill>
          <a:latin typeface="+mn-lt"/>
          <a:ea typeface="+mn-ea"/>
          <a:cs typeface="+mn-cs"/>
        </a:defRPr>
      </a:lvl1pPr>
      <a:lvl2pPr marL="342900" algn="l" defTabSz="685800">
        <a:defRPr sz="1350">
          <a:solidFill>
            <a:schemeClr val="tx1"/>
          </a:solidFill>
          <a:latin typeface="+mn-lt"/>
          <a:ea typeface="+mn-ea"/>
          <a:cs typeface="+mn-cs"/>
        </a:defRPr>
      </a:lvl2pPr>
      <a:lvl3pPr marL="685800" algn="l" defTabSz="685800">
        <a:defRPr sz="1350">
          <a:solidFill>
            <a:schemeClr val="tx1"/>
          </a:solidFill>
          <a:latin typeface="+mn-lt"/>
          <a:ea typeface="+mn-ea"/>
          <a:cs typeface="+mn-cs"/>
        </a:defRPr>
      </a:lvl3pPr>
      <a:lvl4pPr marL="1028700" algn="l" defTabSz="685800">
        <a:defRPr sz="1350">
          <a:solidFill>
            <a:schemeClr val="tx1"/>
          </a:solidFill>
          <a:latin typeface="+mn-lt"/>
          <a:ea typeface="+mn-ea"/>
          <a:cs typeface="+mn-cs"/>
        </a:defRPr>
      </a:lvl4pPr>
      <a:lvl5pPr marL="1371600" algn="l" defTabSz="685800">
        <a:defRPr sz="1350">
          <a:solidFill>
            <a:schemeClr val="tx1"/>
          </a:solidFill>
          <a:latin typeface="+mn-lt"/>
          <a:ea typeface="+mn-ea"/>
          <a:cs typeface="+mn-cs"/>
        </a:defRPr>
      </a:lvl5pPr>
      <a:lvl6pPr marL="1714500" algn="l" defTabSz="685800">
        <a:defRPr sz="1350">
          <a:solidFill>
            <a:schemeClr val="tx1"/>
          </a:solidFill>
          <a:latin typeface="+mn-lt"/>
          <a:ea typeface="+mn-ea"/>
          <a:cs typeface="+mn-cs"/>
        </a:defRPr>
      </a:lvl6pPr>
      <a:lvl7pPr marL="2057400" algn="l" defTabSz="685800">
        <a:defRPr sz="1350">
          <a:solidFill>
            <a:schemeClr val="tx1"/>
          </a:solidFill>
          <a:latin typeface="+mn-lt"/>
          <a:ea typeface="+mn-ea"/>
          <a:cs typeface="+mn-cs"/>
        </a:defRPr>
      </a:lvl7pPr>
      <a:lvl8pPr marL="2400300" algn="l" defTabSz="685800">
        <a:defRPr sz="1350">
          <a:solidFill>
            <a:schemeClr val="tx1"/>
          </a:solidFill>
          <a:latin typeface="+mn-lt"/>
          <a:ea typeface="+mn-ea"/>
          <a:cs typeface="+mn-cs"/>
        </a:defRPr>
      </a:lvl8pPr>
      <a:lvl9pPr marL="2743200" algn="l" defTabSz="685800">
        <a:defRPr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Title 1"/>
          <p:cNvSpPr txBox="1"/>
          <p:nvPr/>
        </p:nvSpPr>
        <p:spPr bwMode="auto">
          <a:xfrm>
            <a:off x="-152400" y="-685800"/>
            <a:ext cx="8839200" cy="6664325"/>
          </a:xfrm>
          <a:prstGeom prst="rect">
            <a:avLst/>
          </a:prstGeom>
        </p:spPr>
        <p:style>
          <a:lnRef idx="2">
            <a:schemeClr val="accent6"/>
          </a:lnRef>
          <a:fillRef idx="1">
            <a:schemeClr val="lt1"/>
          </a:fillRef>
          <a:effectRef idx="0">
            <a:schemeClr val="accent6"/>
          </a:effectRef>
          <a:fontRef idx="minor">
            <a:schemeClr val="dk1"/>
          </a:fontRef>
        </p:style>
        <p:txBody>
          <a:bodyPr anchor="ctr">
            <a:normAutofit/>
          </a:bodyPr>
          <a:lstStyle/>
          <a:p>
            <a:pPr algn="ctr">
              <a:spcBef>
                <a:spcPts val="0"/>
              </a:spcBef>
              <a:spcAft>
                <a:spcPts val="0"/>
              </a:spcAft>
              <a:defRPr/>
            </a:pPr>
            <a:endParaRPr lang="en-US" sz="4400">
              <a:solidFill>
                <a:schemeClr val="tx1"/>
              </a:solidFill>
              <a:latin typeface="+mj-lt"/>
              <a:ea typeface="+mj-ea"/>
              <a:cs typeface="+mj-cs"/>
            </a:endParaRPr>
          </a:p>
        </p:txBody>
      </p:sp>
      <p:sp>
        <p:nvSpPr>
          <p:cNvPr id="2" name="Title 1"/>
          <p:cNvSpPr>
            <a:spLocks noGrp="1"/>
          </p:cNvSpPr>
          <p:nvPr>
            <p:ph type="ctrTitle"/>
          </p:nvPr>
        </p:nvSpPr>
        <p:spPr bwMode="auto">
          <a:xfrm>
            <a:off x="181897" y="223837"/>
            <a:ext cx="7596749" cy="1499317"/>
          </a:xfrm>
        </p:spPr>
        <p:txBody>
          <a:bodyPr vertOverflow="overflow" horzOverflow="overflow" vert="horz" wrap="square" lIns="91440" tIns="45720" rIns="91440" bIns="45720" numCol="1" spcCol="0" rtlCol="0" fromWordArt="0" anchor="b" anchorCtr="0" forceAA="0" compatLnSpc="1">
            <a:prstTxWarp prst="textNoShape">
              <a:avLst/>
            </a:prstTxWarp>
            <a:normAutofit fontScale="90000"/>
          </a:bodyPr>
          <a:lstStyle/>
          <a:p>
            <a:pPr>
              <a:spcAft>
                <a:spcPts val="0"/>
              </a:spcAft>
              <a:defRPr/>
            </a:pPr>
            <a:r>
              <a:rPr lang="en-US" sz="2900" b="1" dirty="0">
                <a:latin typeface="Bahamas"/>
              </a:rPr>
              <a:t>   </a:t>
            </a:r>
            <a:r>
              <a:rPr lang="en-US" sz="2400" b="1" dirty="0">
                <a:solidFill>
                  <a:srgbClr val="C00000"/>
                </a:solidFill>
                <a:latin typeface="Bahamas"/>
              </a:rPr>
              <a:t>VARDHAMAN COLLEGE OF ENGINEERING, HYDERABAD</a:t>
            </a:r>
            <a:br>
              <a:rPr lang="en-US" sz="2900" b="1" dirty="0">
                <a:latin typeface="Bahamas"/>
              </a:rPr>
            </a:br>
            <a:r>
              <a:rPr lang="en-US" sz="2400" b="1" dirty="0"/>
              <a:t>Autonomous institute affiliated to JNTUH </a:t>
            </a:r>
            <a:br>
              <a:rPr lang="en-US" sz="2400" dirty="0"/>
            </a:br>
            <a:r>
              <a:rPr lang="en-US" sz="2400" b="1" dirty="0">
                <a:solidFill>
                  <a:srgbClr val="FF0000"/>
                </a:solidFill>
              </a:rPr>
              <a:t>DEPARTMENT OF CSE(AI&amp;ML)</a:t>
            </a:r>
            <a:br>
              <a:rPr lang="en-US" sz="2400" b="1" dirty="0">
                <a:solidFill>
                  <a:srgbClr val="FF0000"/>
                </a:solidFill>
              </a:rPr>
            </a:br>
            <a:r>
              <a:rPr lang="et-EE" sz="2400" b="1" dirty="0">
                <a:solidFill>
                  <a:srgbClr val="FF0000"/>
                </a:solidFill>
              </a:rPr>
              <a:t>Mini Project (A8041)</a:t>
            </a:r>
            <a:br>
              <a:rPr lang="et-EE" sz="2400" b="1" dirty="0">
                <a:solidFill>
                  <a:srgbClr val="FF0000"/>
                </a:solidFill>
              </a:rPr>
            </a:br>
            <a:r>
              <a:rPr lang="et-EE" sz="2400" b="1" dirty="0">
                <a:solidFill>
                  <a:srgbClr val="FF0000"/>
                </a:solidFill>
              </a:rPr>
              <a:t>Review I</a:t>
            </a:r>
            <a:endParaRPr lang="en-US" sz="3600" b="1" dirty="0"/>
          </a:p>
        </p:txBody>
      </p:sp>
      <p:sp>
        <p:nvSpPr>
          <p:cNvPr id="7" name="Subtitle 2"/>
          <p:cNvSpPr txBox="1"/>
          <p:nvPr/>
        </p:nvSpPr>
        <p:spPr bwMode="auto">
          <a:xfrm>
            <a:off x="228600" y="5181600"/>
            <a:ext cx="8686800" cy="1371600"/>
          </a:xfrm>
          <a:prstGeom prst="rect">
            <a:avLst/>
          </a:prstGeo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lgn="ctr">
              <a:spcBef>
                <a:spcPts val="0"/>
              </a:spcBef>
              <a:spcAft>
                <a:spcPts val="0"/>
              </a:spcAft>
              <a:buFont typeface="Arial"/>
              <a:buNone/>
              <a:defRPr/>
            </a:pPr>
            <a:r>
              <a:rPr lang="en-US" sz="3300" b="1" u="sng" dirty="0">
                <a:solidFill>
                  <a:srgbClr val="FF0000"/>
                </a:solidFill>
              </a:rPr>
              <a:t>Supervisor</a:t>
            </a:r>
            <a:endParaRPr dirty="0"/>
          </a:p>
          <a:p>
            <a:pPr algn="ctr">
              <a:spcBef>
                <a:spcPts val="0"/>
              </a:spcBef>
              <a:spcAft>
                <a:spcPts val="0"/>
              </a:spcAft>
              <a:buFont typeface="Arial"/>
              <a:buNone/>
              <a:defRPr/>
            </a:pPr>
            <a:r>
              <a:rPr lang="en-IN" sz="2200" b="1" dirty="0">
                <a:solidFill>
                  <a:srgbClr val="002060"/>
                </a:solidFill>
              </a:rPr>
              <a:t>Dr. MEERJA AKHIL JABBAR</a:t>
            </a:r>
            <a:endParaRPr lang="en-US" sz="2200" b="1" dirty="0">
              <a:solidFill>
                <a:srgbClr val="002060"/>
              </a:solidFill>
            </a:endParaRPr>
          </a:p>
          <a:p>
            <a:pPr algn="ctr">
              <a:spcBef>
                <a:spcPts val="0"/>
              </a:spcBef>
              <a:spcAft>
                <a:spcPts val="0"/>
              </a:spcAft>
              <a:buFont typeface="Arial"/>
              <a:buNone/>
              <a:defRPr/>
            </a:pPr>
            <a:r>
              <a:rPr lang="en-US" sz="2200" b="1" dirty="0">
                <a:solidFill>
                  <a:srgbClr val="002060"/>
                </a:solidFill>
              </a:rPr>
              <a:t>HOD</a:t>
            </a:r>
          </a:p>
          <a:p>
            <a:pPr algn="ctr">
              <a:spcBef>
                <a:spcPts val="0"/>
              </a:spcBef>
              <a:spcAft>
                <a:spcPts val="0"/>
              </a:spcAft>
              <a:buFont typeface="Arial"/>
              <a:buNone/>
              <a:defRPr/>
            </a:pPr>
            <a:r>
              <a:rPr lang="en-US" sz="2200" b="1" dirty="0">
                <a:solidFill>
                  <a:srgbClr val="002060"/>
                </a:solidFill>
              </a:rPr>
              <a:t>Department of CSM</a:t>
            </a:r>
            <a:endParaRPr dirty="0"/>
          </a:p>
          <a:p>
            <a:pPr algn="ctr">
              <a:spcBef>
                <a:spcPts val="0"/>
              </a:spcBef>
              <a:spcAft>
                <a:spcPts val="0"/>
              </a:spcAft>
              <a:buFont typeface="Arial"/>
              <a:buNone/>
              <a:defRPr/>
            </a:pPr>
            <a:endParaRPr lang="en-US" sz="1600" b="1" dirty="0">
              <a:solidFill>
                <a:srgbClr val="002060"/>
              </a:solidFill>
            </a:endParaRPr>
          </a:p>
          <a:p>
            <a:pPr>
              <a:spcBef>
                <a:spcPts val="0"/>
              </a:spcBef>
              <a:spcAft>
                <a:spcPts val="0"/>
              </a:spcAft>
              <a:buFont typeface="Arial"/>
              <a:buNone/>
              <a:defRPr/>
            </a:pPr>
            <a:endParaRPr lang="en-US" sz="3200" dirty="0">
              <a:solidFill>
                <a:schemeClr val="tx1">
                  <a:tint val="75000"/>
                </a:schemeClr>
              </a:solidFill>
            </a:endParaRPr>
          </a:p>
        </p:txBody>
      </p:sp>
      <p:sp>
        <p:nvSpPr>
          <p:cNvPr id="9" name="Title 1"/>
          <p:cNvSpPr txBox="1"/>
          <p:nvPr/>
        </p:nvSpPr>
        <p:spPr bwMode="auto">
          <a:xfrm>
            <a:off x="2743200" y="232702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anchor="ctr">
            <a:normAutofit/>
          </a:bodyPr>
          <a:lstStyle/>
          <a:p>
            <a:pPr algn="ctr">
              <a:spcBef>
                <a:spcPts val="0"/>
              </a:spcBef>
              <a:spcAft>
                <a:spcPts val="0"/>
              </a:spcAft>
              <a:defRPr/>
            </a:pPr>
            <a:r>
              <a:rPr lang="en-US" sz="2400" b="1" dirty="0">
                <a:solidFill>
                  <a:schemeClr val="tx1"/>
                </a:solidFill>
                <a:latin typeface="+mj-lt"/>
                <a:ea typeface="+mj-ea"/>
                <a:cs typeface="+mj-cs"/>
              </a:rPr>
              <a:t>BATCH NO :</a:t>
            </a:r>
            <a:r>
              <a:rPr lang="en-US" sz="2400" b="1" i="0" u="none" strike="noStrike" cap="none" spc="0" dirty="0">
                <a:solidFill>
                  <a:schemeClr val="tx1"/>
                </a:solidFill>
                <a:latin typeface="Calibri Light"/>
                <a:ea typeface="Calibri Light"/>
                <a:cs typeface="Calibri Light"/>
              </a:rPr>
              <a:t>22CSMPW-57</a:t>
            </a:r>
            <a:endParaRPr dirty="0"/>
          </a:p>
        </p:txBody>
      </p:sp>
      <p:sp>
        <p:nvSpPr>
          <p:cNvPr id="10" name="Title 1"/>
          <p:cNvSpPr txBox="1"/>
          <p:nvPr/>
        </p:nvSpPr>
        <p:spPr bwMode="auto">
          <a:xfrm>
            <a:off x="228600" y="1652586"/>
            <a:ext cx="8686800" cy="63341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normAutofit fontScale="70000" lnSpcReduction="20000"/>
          </a:bodyPr>
          <a:lstStyle/>
          <a:p>
            <a:pPr>
              <a:spcBef>
                <a:spcPts val="0"/>
              </a:spcBef>
              <a:spcAft>
                <a:spcPts val="0"/>
              </a:spcAft>
              <a:defRPr/>
            </a:pPr>
            <a:r>
              <a:rPr lang="en-US" sz="2800" b="1" dirty="0">
                <a:solidFill>
                  <a:schemeClr val="tx1"/>
                </a:solidFill>
                <a:latin typeface="+mj-lt"/>
                <a:ea typeface="+mj-ea"/>
                <a:cs typeface="+mj-cs"/>
              </a:rPr>
              <a:t>Title: Designing a novel network anomaly detection framework using multi-serial stacked network with optimal feature selection procedures over DDOS attacks</a:t>
            </a:r>
            <a:endParaRPr dirty="0"/>
          </a:p>
        </p:txBody>
      </p:sp>
      <p:graphicFrame>
        <p:nvGraphicFramePr>
          <p:cNvPr id="12" name="Table 11"/>
          <p:cNvGraphicFramePr>
            <a:graphicFrameLocks noGrp="1"/>
          </p:cNvGraphicFramePr>
          <p:nvPr>
            <p:extLst>
              <p:ext uri="{D42A27DB-BD31-4B8C-83A1-F6EECF244321}">
                <p14:modId xmlns:p14="http://schemas.microsoft.com/office/powerpoint/2010/main" val="566042543"/>
              </p:ext>
            </p:extLst>
          </p:nvPr>
        </p:nvGraphicFramePr>
        <p:xfrm>
          <a:off x="1219200" y="3002280"/>
          <a:ext cx="6934200" cy="118872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defRPr/>
                      </a:pPr>
                      <a:r>
                        <a:rPr lang="en-US" sz="2000" b="1" dirty="0"/>
                        <a:t>S. No</a:t>
                      </a:r>
                      <a:endParaRPr dirty="0"/>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sz="2000" b="1"/>
                        <a:t>Roll. No</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sz="2000" b="1"/>
                        <a:t>Student Name</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0"/>
                  </a:ext>
                </a:extLst>
              </a:tr>
              <a:tr h="370840">
                <a:tc>
                  <a:txBody>
                    <a:bodyPr/>
                    <a:lstStyle/>
                    <a:p>
                      <a:pPr algn="ctr">
                        <a:defRPr/>
                      </a:pPr>
                      <a:r>
                        <a:rPr lang="en-US" sz="2000" b="1"/>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22881A66E3</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D. Sai Charan</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1"/>
                  </a:ext>
                </a:extLst>
              </a:tr>
              <a:tr h="370840">
                <a:tc>
                  <a:txBody>
                    <a:bodyPr/>
                    <a:lstStyle/>
                    <a:p>
                      <a:pPr algn="ctr">
                        <a:defRPr/>
                      </a:pPr>
                      <a:r>
                        <a:rPr lang="en-US" sz="2000" b="1"/>
                        <a:t>2</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22881A66E6</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G. Praneeth</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2"/>
                  </a:ext>
                </a:extLst>
              </a:tr>
            </a:tbl>
          </a:graphicData>
        </a:graphic>
      </p:graphicFrame>
      <p:pic>
        <p:nvPicPr>
          <p:cNvPr id="2129010847" name="Picture 2129010846"/>
          <p:cNvPicPr>
            <a:picLocks noChangeAspect="1"/>
          </p:cNvPicPr>
          <p:nvPr/>
        </p:nvPicPr>
        <p:blipFill>
          <a:blip r:embed="rId3"/>
          <a:stretch/>
        </p:blipFill>
        <p:spPr bwMode="auto">
          <a:xfrm>
            <a:off x="7453312" y="223837"/>
            <a:ext cx="1552574" cy="1200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Autofit/>
          </a:bodyPr>
          <a:lstStyle/>
          <a:p>
            <a:pPr algn="ctr">
              <a:spcAft>
                <a:spcPts val="0"/>
              </a:spcAft>
              <a:defRPr/>
            </a:pPr>
            <a:r>
              <a:rPr lang="en-US" sz="2800" b="1">
                <a:solidFill>
                  <a:schemeClr val="tx1"/>
                </a:solidFill>
                <a:latin typeface="Cambria"/>
                <a:ea typeface="Cambria"/>
              </a:rPr>
              <a:t>Outlines</a:t>
            </a: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a:bodyPr>
          <a:lstStyle/>
          <a:p>
            <a:pPr>
              <a:lnSpc>
                <a:spcPct val="110000"/>
              </a:lnSpc>
              <a:spcBef>
                <a:spcPts val="1200"/>
              </a:spcBef>
              <a:spcAft>
                <a:spcPts val="0"/>
              </a:spcAft>
              <a:defRPr/>
            </a:pPr>
            <a:r>
              <a:rPr lang="en-US" sz="2500" b="1" dirty="0">
                <a:solidFill>
                  <a:schemeClr val="accent2">
                    <a:lumMod val="75000"/>
                  </a:schemeClr>
                </a:solidFill>
                <a:latin typeface="Cambria"/>
                <a:ea typeface="Cambria"/>
              </a:rPr>
              <a:t> Abstract</a:t>
            </a:r>
            <a:endParaRPr dirty="0"/>
          </a:p>
          <a:p>
            <a:pPr>
              <a:lnSpc>
                <a:spcPct val="110000"/>
              </a:lnSpc>
              <a:spcBef>
                <a:spcPts val="1200"/>
              </a:spcBef>
              <a:spcAft>
                <a:spcPts val="0"/>
              </a:spcAft>
              <a:defRPr/>
            </a:pPr>
            <a:r>
              <a:rPr lang="en-US" sz="2500" b="1" dirty="0">
                <a:solidFill>
                  <a:schemeClr val="accent2">
                    <a:lumMod val="75000"/>
                  </a:schemeClr>
                </a:solidFill>
                <a:latin typeface="Cambria"/>
                <a:ea typeface="Cambria"/>
              </a:rPr>
              <a:t>Introduction</a:t>
            </a:r>
            <a:endParaRPr dirty="0"/>
          </a:p>
          <a:p>
            <a:pPr>
              <a:lnSpc>
                <a:spcPct val="110000"/>
              </a:lnSpc>
              <a:spcBef>
                <a:spcPts val="1200"/>
              </a:spcBef>
              <a:spcAft>
                <a:spcPts val="0"/>
              </a:spcAft>
              <a:defRPr/>
            </a:pPr>
            <a:r>
              <a:rPr lang="en-US" sz="2500" b="1" dirty="0">
                <a:solidFill>
                  <a:schemeClr val="accent2">
                    <a:lumMod val="75000"/>
                  </a:schemeClr>
                </a:solidFill>
                <a:latin typeface="Cambria"/>
                <a:ea typeface="Cambria"/>
              </a:rPr>
              <a:t>Literature Review</a:t>
            </a:r>
          </a:p>
          <a:p>
            <a:pPr>
              <a:lnSpc>
                <a:spcPct val="110000"/>
              </a:lnSpc>
              <a:spcBef>
                <a:spcPts val="1199"/>
              </a:spcBef>
              <a:spcAft>
                <a:spcPts val="0"/>
              </a:spcAft>
              <a:defRPr/>
            </a:pPr>
            <a:r>
              <a:rPr lang="et-EE" sz="2500" b="1" dirty="0">
                <a:solidFill>
                  <a:schemeClr val="accent2">
                    <a:lumMod val="75000"/>
                  </a:schemeClr>
                </a:solidFill>
                <a:latin typeface="Cambria"/>
                <a:ea typeface="Cambria"/>
              </a:rPr>
              <a:t>State of the Art (SOTA)</a:t>
            </a:r>
            <a:r>
              <a:rPr lang="en-US" sz="2500" b="1" dirty="0">
                <a:solidFill>
                  <a:schemeClr val="accent2">
                    <a:lumMod val="75000"/>
                  </a:schemeClr>
                </a:solidFill>
                <a:latin typeface="Cambria"/>
                <a:ea typeface="Cambria"/>
              </a:rPr>
              <a:t>  </a:t>
            </a:r>
            <a:endParaRPr dirty="0"/>
          </a:p>
          <a:p>
            <a:pPr>
              <a:lnSpc>
                <a:spcPct val="110000"/>
              </a:lnSpc>
              <a:spcBef>
                <a:spcPts val="1200"/>
              </a:spcBef>
              <a:spcAft>
                <a:spcPts val="0"/>
              </a:spcAft>
              <a:defRPr/>
            </a:pPr>
            <a:r>
              <a:rPr lang="en-US" sz="2500" b="1" dirty="0">
                <a:solidFill>
                  <a:schemeClr val="accent2">
                    <a:lumMod val="75000"/>
                  </a:schemeClr>
                </a:solidFill>
                <a:latin typeface="Cambria"/>
                <a:ea typeface="Cambria"/>
              </a:rPr>
              <a:t>Existing System  with Pros and Cons </a:t>
            </a:r>
            <a:endParaRPr dirty="0"/>
          </a:p>
          <a:p>
            <a:pPr>
              <a:lnSpc>
                <a:spcPct val="110000"/>
              </a:lnSpc>
              <a:spcBef>
                <a:spcPts val="1200"/>
              </a:spcBef>
              <a:spcAft>
                <a:spcPts val="0"/>
              </a:spcAft>
              <a:defRPr/>
            </a:pPr>
            <a:r>
              <a:rPr lang="en-US" sz="2500" b="1" dirty="0">
                <a:solidFill>
                  <a:schemeClr val="accent2">
                    <a:lumMod val="75000"/>
                  </a:schemeClr>
                </a:solidFill>
                <a:latin typeface="Cambria"/>
                <a:ea typeface="Cambria"/>
              </a:rPr>
              <a:t>References</a:t>
            </a:r>
            <a:endParaRPr lang="en-US" sz="2500" dirty="0">
              <a:solidFill>
                <a:schemeClr val="accent2">
                  <a:lumMod val="75000"/>
                </a:schemeClr>
              </a:solidFill>
              <a:latin typeface="Cambria"/>
              <a:ea typeface="Cambria"/>
            </a:endParaRPr>
          </a:p>
          <a:p>
            <a:pPr>
              <a:spcAft>
                <a:spcPts val="0"/>
              </a:spcAft>
              <a:defRPr/>
            </a:pPr>
            <a:endParaRPr lang="en-US" sz="2500" dirty="0">
              <a:solidFill>
                <a:schemeClr val="accent2">
                  <a:lumMod val="75000"/>
                </a:schemeClr>
              </a:solidFill>
              <a:latin typeface="Cambria"/>
              <a:ea typeface="Cambria"/>
            </a:endParaRPr>
          </a:p>
          <a:p>
            <a:pPr>
              <a:spcAft>
                <a:spcPts val="0"/>
              </a:spcAft>
              <a:defRPr/>
            </a:pPr>
            <a:endParaRPr lang="en-US" sz="2500" dirty="0">
              <a:solidFill>
                <a:schemeClr val="accent2">
                  <a:lumMod val="75000"/>
                </a:schemeClr>
              </a:solidFill>
              <a:latin typeface="Cambria"/>
              <a:ea typeface="Cambria"/>
            </a:endParaRPr>
          </a:p>
          <a:p>
            <a:pPr>
              <a:spcAft>
                <a:spcPts val="0"/>
              </a:spcAft>
              <a:defRPr/>
            </a:pPr>
            <a:endParaRPr lang="en-US" sz="2800" dirty="0"/>
          </a:p>
          <a:p>
            <a:pPr>
              <a:spcAft>
                <a:spcPts val="0"/>
              </a:spcAft>
              <a:defRPr/>
            </a:pPr>
            <a:endParaRPr lang="en-US" sz="2800" dirty="0"/>
          </a:p>
        </p:txBody>
      </p:sp>
      <p:sp>
        <p:nvSpPr>
          <p:cNvPr id="7" name="Footer Placeholder 6"/>
          <p:cNvSpPr>
            <a:spLocks noGrp="1"/>
          </p:cNvSpPr>
          <p:nvPr>
            <p:ph type="ftr" sz="quarter" idx="11"/>
          </p:nvPr>
        </p:nvSpPr>
        <p:spPr bwMode="auto">
          <a:xfrm>
            <a:off x="3124200" y="6356350"/>
            <a:ext cx="3962400" cy="365125"/>
          </a:xfrm>
        </p:spPr>
        <p:txBody>
          <a:bodyPr/>
          <a:lstStyle/>
          <a:p>
            <a:pPr>
              <a:defRPr/>
            </a:pPr>
            <a:r>
              <a:rPr lang="en-US"/>
              <a:t>DEPARTMENT OF _____ PROJECT WORK PHASE-1 REVIEW-1</a:t>
            </a:r>
            <a:endParaRPr/>
          </a:p>
        </p:txBody>
      </p:sp>
      <p:sp>
        <p:nvSpPr>
          <p:cNvPr id="5125"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48794640-E00F-3143-842B-AC5CC465A4F0}" type="slidenum">
              <a:rPr lang="en-US">
                <a:solidFill>
                  <a:srgbClr val="898989"/>
                </a:solidFill>
                <a:cs typeface="Arial"/>
              </a:rPr>
              <a:t>2</a:t>
            </a:fld>
            <a:endParaRPr lang="en-US">
              <a:solidFill>
                <a:srgbClr val="898989"/>
              </a:solidFill>
              <a:cs typeface="Arial"/>
            </a:endParaRPr>
          </a:p>
        </p:txBody>
      </p:sp>
      <p:pic>
        <p:nvPicPr>
          <p:cNvPr id="1146986375" name="Picture 1146986374"/>
          <p:cNvPicPr>
            <a:picLocks noChangeAspect="1"/>
          </p:cNvPicPr>
          <p:nvPr/>
        </p:nvPicPr>
        <p:blipFill>
          <a:blip r:embed="rId3"/>
          <a:stretch/>
        </p:blipFill>
        <p:spPr bwMode="auto">
          <a:xfrm>
            <a:off x="6962774" y="314325"/>
            <a:ext cx="1552574" cy="1200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54000"/>
            <a:ext cx="7391400" cy="639763"/>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Abstract</a:t>
            </a: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a:bodyPr>
          <a:lstStyle/>
          <a:p>
            <a:pPr marL="0" indent="0">
              <a:spcAft>
                <a:spcPts val="0"/>
              </a:spcAft>
              <a:buNone/>
              <a:defRPr/>
            </a:pPr>
            <a:endParaRPr lang="en-US" sz="2800" dirty="0"/>
          </a:p>
          <a:p>
            <a:r>
              <a:rPr lang="en-US" sz="2000" dirty="0">
                <a:cs typeface="Times New Roman" panose="02020603050405020304" pitchFamily="18" charset="0"/>
              </a:rPr>
              <a:t>With the rapid expansion of the internet, cyber threats such as Distributed Denial-of-Service (DDoS) attacks have become increasingly prevalent, posing significant security risks to networks and online services. Traditional anomaly detection systems often suffer from high false positive rates and inefficiencies in real-time attack mitigation. This paper presents a novel network anomaly detection framework leveraging a multi-serial stacked network architecture combined with optimal feature selection procedures to enhance detection accuracy and efficiency. By employing deep learning-based techniques alongside feature optimization, the proposed system aims to improve detection performance while reducing computational overhead. The experimental results on benchmark datasets demonstrate superior performance compared to existing methods, highlighting the effectiveness of the proposed framework in identifying and mitigating DDoS attacks.</a:t>
            </a:r>
          </a:p>
          <a:p>
            <a:pPr>
              <a:spcAft>
                <a:spcPts val="0"/>
              </a:spcAft>
              <a:defRPr/>
            </a:pPr>
            <a:endParaRPr lang="en-US" sz="2800" dirty="0"/>
          </a:p>
        </p:txBody>
      </p:sp>
      <p:sp>
        <p:nvSpPr>
          <p:cNvPr id="7173"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1FEE5103-700D-C248-920B-26408745AF96}" type="slidenum">
              <a:rPr lang="en-US">
                <a:solidFill>
                  <a:srgbClr val="898989"/>
                </a:solidFill>
                <a:cs typeface="Arial"/>
              </a:rPr>
              <a:t>3</a:t>
            </a:fld>
            <a:endParaRPr lang="en-US">
              <a:solidFill>
                <a:srgbClr val="898989"/>
              </a:solidFill>
              <a:cs typeface="Arial"/>
            </a:endParaRPr>
          </a:p>
        </p:txBody>
      </p:sp>
      <p:pic>
        <p:nvPicPr>
          <p:cNvPr id="1355034836" name="Picture 1355034835"/>
          <p:cNvPicPr>
            <a:picLocks noChangeAspect="1"/>
          </p:cNvPicPr>
          <p:nvPr/>
        </p:nvPicPr>
        <p:blipFill>
          <a:blip r:embed="rId3"/>
          <a:stretch/>
        </p:blipFill>
        <p:spPr bwMode="auto">
          <a:xfrm>
            <a:off x="7170283" y="161924"/>
            <a:ext cx="1552574" cy="1200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42500" lnSpcReduction="20000"/>
          </a:bodyPr>
          <a:lstStyle/>
          <a:p>
            <a:pPr marL="0" indent="0">
              <a:spcAft>
                <a:spcPts val="0"/>
              </a:spcAft>
              <a:buNone/>
              <a:defRPr/>
            </a:pPr>
            <a:endParaRPr lang="en-US" sz="2800" dirty="0"/>
          </a:p>
          <a:p>
            <a:pPr>
              <a:spcAft>
                <a:spcPts val="0"/>
              </a:spcAft>
              <a:defRPr/>
            </a:pPr>
            <a:r>
              <a:rPr lang="en-US" sz="2800" dirty="0"/>
              <a:t>Title &amp; Topic </a:t>
            </a:r>
            <a:r>
              <a:rPr lang="en-US" sz="2800" dirty="0" err="1"/>
              <a:t>Overview:The</a:t>
            </a:r>
            <a:r>
              <a:rPr lang="en-US" sz="2800" dirty="0"/>
              <a:t> project focuses on developing a *network anomaly detection framework* designed to identify *DDoS (Distributed Denial of Service) attacks. The approach utilizes a **Multi-Serial Stacked Network (Multi-SSN), integrating **Convolutional Autoencoders (CAE), Gated Recurrent Units (GRU), and Bayesian Learning (BL)*. The system aims to enhance anomaly detection by optimizing feature selection and improving classification accuracy.</a:t>
            </a:r>
          </a:p>
          <a:p>
            <a:pPr>
              <a:spcAft>
                <a:spcPts val="0"/>
              </a:spcAft>
              <a:defRPr/>
            </a:pPr>
            <a:r>
              <a:rPr lang="en-US" sz="2800" dirty="0"/>
              <a:t>*Problem Statement*With the rapid increase in cyber threats, *DDoS attacks* have become a major concern for network security. These attacks flood network infrastructure with malicious traffic, disrupting services and causing significant damage. Traditional *intrusion detection systems (IDS)* often suffer from *high false positives, poor feature selection, and inability to adapt to evolving attack patterns. This project aims to overcome these limitations by introducing a **deep learning-based anomaly detection framework* with *optimal feature selection and an adaptive learning mechanism*.---## *Objectives*The key objectives of this research are:- Develop a *Multi-Serial Stacked Network (Multi-SSN)* model for anomaly detection.- Implement an *optimal feature selection process* using the *Predefined-Mud Ring Algorithm (P-MRA)*.- Integrate *CAE, GRU, and Bayesian Learning* to improve attack detection accuracy.- Reduce *false positive rates* and enhance *detection speed*.- Evaluate the system using the *ISCX IDS 2012 dataset* and compare it with existing approaches.---## *Significance &amp; Motivation*The increasing *complexity and frequency of DDoS attacks* pose a significant risk to *organizations, cloud networks, and financial systems. Traditional security systems fail to effectively mitigate evolving threats due to **static detection mechanisms*. This research is motivated by the need for:- *An adaptive anomaly detection framework* capable of learning from real-time network traffic.- *High accuracy and low false positive rates*, reducing unnecessary alerts.- *Efficient computational performance* to enable real-time deployment in cybersecurity infrastructure.---## *Scope*This project will focus on:- Detecting *DDoS attacks* in network traffic data.- Utilizing *deep learning-based models (CAE, GRU, and BL)* to enhance anomaly detection.- Implementing *feature selection techniques (P-MRA)* to improve model efficiency.- Evaluating the framework using *benchmark datasets (ISCX IDS 2012)*.- Comparing performance against *traditional IDS models*.This study does *not* cover physical security threats or encryption-based attack prevention.---## *Methodology Overview*The project follows a structured approach:1. *Data Collection* – The *ISCX IDS 2012 dataset* is used for training and testing.2. *Feature Selection (P-MRA)* – The *Predefined-Mud Ring Algorithm* selects the most relevant network traffic features.3. *Deep Learning Model (Multi-SSN)*:   - *CAE* extracts meaningful features from raw data.   - *GRU* captures sequential patterns in network traffic.   - *Bayesian Learning (BL)* makes probabilistic anomaly predictions.4. *Model Training &amp; Evaluation* – The framework is trained and evaluated based on accuracy, precision, recall, and false positive rates.5. *Performance Comparison* – The proposed model is compared with traditional IDS techniques to validate its effectiveness.---## *Expected Outcomes*- A *highly accurate anomaly detection framework* capable of identifying *DDoS attacks* in real time.- *Reduced false positive rates (FPR)* and *improved detection accuracy*.- Efficient *feature selection* process that optimizes detection performance.- An adaptable deep learning-based security model for real-world network security applications.</a:t>
            </a:r>
          </a:p>
        </p:txBody>
      </p:sp>
      <p:sp>
        <p:nvSpPr>
          <p:cNvPr id="8197"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4</a:t>
            </a:fld>
            <a:endParaRPr lang="en-US">
              <a:solidFill>
                <a:srgbClr val="898989"/>
              </a:solidFill>
              <a:cs typeface="Arial"/>
            </a:endParaRPr>
          </a:p>
        </p:txBody>
      </p:sp>
      <p:pic>
        <p:nvPicPr>
          <p:cNvPr id="1874052258" name="Picture 1874052257"/>
          <p:cNvPicPr>
            <a:picLocks noChangeAspect="1"/>
          </p:cNvPicPr>
          <p:nvPr/>
        </p:nvPicPr>
        <p:blipFill>
          <a:blip r:embed="rId3"/>
          <a:stretch/>
        </p:blipFill>
        <p:spPr bwMode="auto">
          <a:xfrm>
            <a:off x="7034212" y="167367"/>
            <a:ext cx="1552574" cy="1200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2882599-9E85-CD50-8D8D-4966093641E2}"/>
            </a:ext>
          </a:extLst>
        </p:cNvPr>
        <p:cNvGrpSpPr/>
        <p:nvPr/>
      </p:nvGrpSpPr>
      <p:grpSpPr bwMode="auto">
        <a:xfrm>
          <a:off x="0" y="0"/>
          <a:ext cx="0" cy="0"/>
          <a:chOff x="0" y="0"/>
          <a:chExt cx="0" cy="0"/>
        </a:xfrm>
      </p:grpSpPr>
      <p:sp>
        <p:nvSpPr>
          <p:cNvPr id="2" name="Title 1">
            <a:extLst>
              <a:ext uri="{FF2B5EF4-FFF2-40B4-BE49-F238E27FC236}">
                <a16:creationId xmlns:a16="http://schemas.microsoft.com/office/drawing/2014/main" id="{E08C35AB-B360-BD24-C905-2362F8859BED}"/>
              </a:ext>
            </a:extLst>
          </p:cNvPr>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a:extLst>
              <a:ext uri="{FF2B5EF4-FFF2-40B4-BE49-F238E27FC236}">
                <a16:creationId xmlns:a16="http://schemas.microsoft.com/office/drawing/2014/main" id="{9079345D-B2D5-28CC-9F84-4E407FA10EDF}"/>
              </a:ext>
            </a:extLst>
          </p:cNvPr>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72500" lnSpcReduction="20000"/>
          </a:bodyPr>
          <a:lstStyle/>
          <a:p>
            <a:pPr marL="0" indent="0">
              <a:spcAft>
                <a:spcPts val="0"/>
              </a:spcAft>
              <a:buNone/>
              <a:defRPr/>
            </a:pPr>
            <a:endParaRPr lang="en-US" sz="2800" dirty="0"/>
          </a:p>
          <a:p>
            <a:pPr>
              <a:spcAft>
                <a:spcPts val="0"/>
              </a:spcAft>
              <a:defRPr/>
            </a:pPr>
            <a:r>
              <a:rPr lang="en-US" sz="4700" b="1" dirty="0"/>
              <a:t>Title &amp; Topic </a:t>
            </a:r>
            <a:r>
              <a:rPr lang="en-US" sz="4700" b="1" dirty="0" err="1"/>
              <a:t>Overview:</a:t>
            </a:r>
            <a:r>
              <a:rPr lang="en-US" sz="4700" dirty="0" err="1"/>
              <a:t>The</a:t>
            </a:r>
            <a:r>
              <a:rPr lang="en-US" sz="4700" dirty="0"/>
              <a:t> project focuses on developing a network anomaly detection framework designed to identify DDoS (Distributed Denial of Service) attacks. The approach utilizes a Multi-Serial Stacked Network (Multi-SSN), integrating Convolutional Autoencoders (CAE), Gated Recurrent Units (GRU), and Bayesian Learning (BL). The system aims to enhance anomaly detection by optimizing feature selection and improving classification accuracy.</a:t>
            </a:r>
          </a:p>
          <a:p>
            <a:pPr marL="0" indent="0">
              <a:spcAft>
                <a:spcPts val="0"/>
              </a:spcAft>
              <a:buNone/>
              <a:defRPr/>
            </a:pPr>
            <a:r>
              <a:rPr lang="en-US" sz="2800" dirty="0"/>
              <a:t>.</a:t>
            </a:r>
          </a:p>
        </p:txBody>
      </p:sp>
      <p:sp>
        <p:nvSpPr>
          <p:cNvPr id="8197" name="Slide Number Placeholder 4">
            <a:extLst>
              <a:ext uri="{FF2B5EF4-FFF2-40B4-BE49-F238E27FC236}">
                <a16:creationId xmlns:a16="http://schemas.microsoft.com/office/drawing/2014/main" id="{7C494BBE-786A-639C-CCBB-19CEFA350F4B}"/>
              </a:ext>
            </a:extLst>
          </p:cNvPr>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5</a:t>
            </a:fld>
            <a:endParaRPr lang="en-US">
              <a:solidFill>
                <a:srgbClr val="898989"/>
              </a:solidFill>
              <a:cs typeface="Arial"/>
            </a:endParaRPr>
          </a:p>
        </p:txBody>
      </p:sp>
      <p:pic>
        <p:nvPicPr>
          <p:cNvPr id="1874052258" name="Picture 1874052257">
            <a:extLst>
              <a:ext uri="{FF2B5EF4-FFF2-40B4-BE49-F238E27FC236}">
                <a16:creationId xmlns:a16="http://schemas.microsoft.com/office/drawing/2014/main" id="{7ABE84D3-84F5-6C02-3826-ABC6858D2BAB}"/>
              </a:ext>
            </a:extLst>
          </p:cNvPr>
          <p:cNvPicPr>
            <a:picLocks noChangeAspect="1"/>
          </p:cNvPicPr>
          <p:nvPr/>
        </p:nvPicPr>
        <p:blipFill>
          <a:blip r:embed="rId3"/>
          <a:stretch/>
        </p:blipFill>
        <p:spPr bwMode="auto">
          <a:xfrm>
            <a:off x="7034212" y="167367"/>
            <a:ext cx="1552574" cy="1200150"/>
          </a:xfrm>
          <a:prstGeom prst="rect">
            <a:avLst/>
          </a:prstGeom>
        </p:spPr>
      </p:pic>
    </p:spTree>
    <p:extLst>
      <p:ext uri="{BB962C8B-B14F-4D97-AF65-F5344CB8AC3E}">
        <p14:creationId xmlns:p14="http://schemas.microsoft.com/office/powerpoint/2010/main" val="3639351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08FEF8B-0A15-B4DF-F043-E4EB27A77BA7}"/>
            </a:ext>
          </a:extLst>
        </p:cNvPr>
        <p:cNvGrpSpPr/>
        <p:nvPr/>
      </p:nvGrpSpPr>
      <p:grpSpPr bwMode="auto">
        <a:xfrm>
          <a:off x="0" y="0"/>
          <a:ext cx="0" cy="0"/>
          <a:chOff x="0" y="0"/>
          <a:chExt cx="0" cy="0"/>
        </a:xfrm>
      </p:grpSpPr>
      <p:sp>
        <p:nvSpPr>
          <p:cNvPr id="2" name="Title 1">
            <a:extLst>
              <a:ext uri="{FF2B5EF4-FFF2-40B4-BE49-F238E27FC236}">
                <a16:creationId xmlns:a16="http://schemas.microsoft.com/office/drawing/2014/main" id="{0E930781-C607-B06B-7EFD-45EB6F5F9AFB}"/>
              </a:ext>
            </a:extLst>
          </p:cNvPr>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a:extLst>
              <a:ext uri="{FF2B5EF4-FFF2-40B4-BE49-F238E27FC236}">
                <a16:creationId xmlns:a16="http://schemas.microsoft.com/office/drawing/2014/main" id="{9A19BAF5-CFF8-BB6C-1085-DD7AE4B151DF}"/>
              </a:ext>
            </a:extLst>
          </p:cNvPr>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40000" lnSpcReduction="20000"/>
          </a:bodyPr>
          <a:lstStyle/>
          <a:p>
            <a:pPr marL="0" indent="0">
              <a:spcAft>
                <a:spcPts val="0"/>
              </a:spcAft>
              <a:buNone/>
              <a:defRPr/>
            </a:pPr>
            <a:r>
              <a:rPr lang="en-US" sz="4000" dirty="0"/>
              <a:t>*</a:t>
            </a:r>
            <a:r>
              <a:rPr lang="en-US" sz="8000" b="1" dirty="0"/>
              <a:t>Problem Statement</a:t>
            </a:r>
            <a:r>
              <a:rPr lang="en-US" sz="8000" dirty="0"/>
              <a:t>:</a:t>
            </a:r>
          </a:p>
          <a:p>
            <a:pPr marL="0" indent="0">
              <a:spcAft>
                <a:spcPts val="0"/>
              </a:spcAft>
              <a:buNone/>
              <a:defRPr/>
            </a:pPr>
            <a:r>
              <a:rPr lang="en-US" sz="8000" dirty="0"/>
              <a:t>With the rapid increase in cyber threats, DDoS attacks have become a major concern for network security. These attacks flood network infrastructure with malicious traffic, disrupting services and causing significant damage. Traditional intrusion detection systems (IDS) often suffer from high false positives, poor feature selection, and inability to adapt to evolving attack patterns. This project aims to overcome these limitations by introducing a deep learning-based anomaly detection framework with optimal feature selection and an adaptive learning mechanism</a:t>
            </a:r>
          </a:p>
        </p:txBody>
      </p:sp>
      <p:sp>
        <p:nvSpPr>
          <p:cNvPr id="8197" name="Slide Number Placeholder 4">
            <a:extLst>
              <a:ext uri="{FF2B5EF4-FFF2-40B4-BE49-F238E27FC236}">
                <a16:creationId xmlns:a16="http://schemas.microsoft.com/office/drawing/2014/main" id="{098B9EC1-0E68-08B0-897C-B1E27B92BC25}"/>
              </a:ext>
            </a:extLst>
          </p:cNvPr>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6</a:t>
            </a:fld>
            <a:endParaRPr lang="en-US">
              <a:solidFill>
                <a:srgbClr val="898989"/>
              </a:solidFill>
              <a:cs typeface="Arial"/>
            </a:endParaRPr>
          </a:p>
        </p:txBody>
      </p:sp>
      <p:pic>
        <p:nvPicPr>
          <p:cNvPr id="1874052258" name="Picture 1874052257">
            <a:extLst>
              <a:ext uri="{FF2B5EF4-FFF2-40B4-BE49-F238E27FC236}">
                <a16:creationId xmlns:a16="http://schemas.microsoft.com/office/drawing/2014/main" id="{989A9831-5C23-3423-7698-200C83B27210}"/>
              </a:ext>
            </a:extLst>
          </p:cNvPr>
          <p:cNvPicPr>
            <a:picLocks noChangeAspect="1"/>
          </p:cNvPicPr>
          <p:nvPr/>
        </p:nvPicPr>
        <p:blipFill>
          <a:blip r:embed="rId3"/>
          <a:stretch/>
        </p:blipFill>
        <p:spPr bwMode="auto">
          <a:xfrm>
            <a:off x="7034212" y="167367"/>
            <a:ext cx="1552574" cy="1200150"/>
          </a:xfrm>
          <a:prstGeom prst="rect">
            <a:avLst/>
          </a:prstGeom>
        </p:spPr>
      </p:pic>
    </p:spTree>
    <p:extLst>
      <p:ext uri="{BB962C8B-B14F-4D97-AF65-F5344CB8AC3E}">
        <p14:creationId xmlns:p14="http://schemas.microsoft.com/office/powerpoint/2010/main" val="1485117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4DD7267-26AC-9A2B-9D87-C3E93D0F4F25}"/>
            </a:ext>
          </a:extLst>
        </p:cNvPr>
        <p:cNvGrpSpPr/>
        <p:nvPr/>
      </p:nvGrpSpPr>
      <p:grpSpPr bwMode="auto">
        <a:xfrm>
          <a:off x="0" y="0"/>
          <a:ext cx="0" cy="0"/>
          <a:chOff x="0" y="0"/>
          <a:chExt cx="0" cy="0"/>
        </a:xfrm>
      </p:grpSpPr>
      <p:sp>
        <p:nvSpPr>
          <p:cNvPr id="2" name="Title 1">
            <a:extLst>
              <a:ext uri="{FF2B5EF4-FFF2-40B4-BE49-F238E27FC236}">
                <a16:creationId xmlns:a16="http://schemas.microsoft.com/office/drawing/2014/main" id="{17C11B2F-1B7C-3D3C-B917-06BF9282F24E}"/>
              </a:ext>
            </a:extLst>
          </p:cNvPr>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a:extLst>
              <a:ext uri="{FF2B5EF4-FFF2-40B4-BE49-F238E27FC236}">
                <a16:creationId xmlns:a16="http://schemas.microsoft.com/office/drawing/2014/main" id="{78125C5D-2AEF-A9D5-43A0-207BE66B9931}"/>
              </a:ext>
            </a:extLst>
          </p:cNvPr>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25000" lnSpcReduction="20000"/>
          </a:bodyPr>
          <a:lstStyle/>
          <a:p>
            <a:pPr marL="0" indent="0">
              <a:spcAft>
                <a:spcPts val="0"/>
              </a:spcAft>
              <a:buNone/>
              <a:defRPr/>
            </a:pPr>
            <a:r>
              <a:rPr lang="en-US" sz="9600" b="1" dirty="0"/>
              <a:t>Objective</a:t>
            </a:r>
          </a:p>
          <a:p>
            <a:pPr marL="0" indent="0">
              <a:spcAft>
                <a:spcPts val="0"/>
              </a:spcAft>
              <a:buNone/>
              <a:defRPr/>
            </a:pPr>
            <a:r>
              <a:rPr lang="en-US" sz="9600" b="1" dirty="0"/>
              <a:t>The key objectives of this research are:- </a:t>
            </a:r>
            <a:r>
              <a:rPr lang="en-US" sz="9600" dirty="0"/>
              <a:t>Develop a Multi-Serial Stacked Network (Multi-SSN) model for anomaly detection.- Implement an optimal feature selection process using the Predefined-Mud Ring Algorithm (P-MRA).- Integrate *CAE, GRU, and Bayesian Learning* to improve attack detection accuracy.- Reduce false positive rates and enhance detection speed.- Evaluate the system using the *ISCX IDS 2012 dataset* and compare it with existing approaches.</a:t>
            </a:r>
          </a:p>
          <a:p>
            <a:pPr marL="0" indent="0">
              <a:spcAft>
                <a:spcPts val="0"/>
              </a:spcAft>
              <a:buNone/>
              <a:defRPr/>
            </a:pPr>
            <a:endParaRPr lang="en-US" sz="4000" dirty="0"/>
          </a:p>
          <a:p>
            <a:pPr marL="0" indent="0">
              <a:spcAft>
                <a:spcPts val="0"/>
              </a:spcAft>
              <a:buNone/>
              <a:defRPr/>
            </a:pPr>
            <a:r>
              <a:rPr lang="en-US" sz="4000" dirty="0"/>
              <a:t>*</a:t>
            </a:r>
            <a:r>
              <a:rPr lang="en-US" sz="4000" b="1" dirty="0"/>
              <a:t>Significance &amp; </a:t>
            </a:r>
            <a:r>
              <a:rPr lang="en-US" sz="4000" b="1" dirty="0" err="1"/>
              <a:t>Motivation:</a:t>
            </a:r>
            <a:r>
              <a:rPr lang="en-US" sz="4000" dirty="0" err="1"/>
              <a:t>The</a:t>
            </a:r>
            <a:r>
              <a:rPr lang="en-US" sz="4000" dirty="0"/>
              <a:t> increasing *complexity and frequency of DDoS attacks* pose a significant risk to organizations, cloud networks, and financial systems. Traditional security systems fail to effectively mitigate evolving threats due to **static detection mechanisms*. This research is motivated by the need for:- *An adaptive anomaly detection framework* capable of learning from real-time network traffic.- *High accuracy and low false positive rates*, reducing unnecessary alerts.- *Efficient computational performance* to enable real-time deployment in cybersecurity infrastructure.</a:t>
            </a:r>
          </a:p>
          <a:p>
            <a:pPr marL="0" indent="0">
              <a:spcAft>
                <a:spcPts val="0"/>
              </a:spcAft>
              <a:buNone/>
              <a:defRPr/>
            </a:pPr>
            <a:endParaRPr lang="en-US" sz="4000" dirty="0"/>
          </a:p>
          <a:p>
            <a:pPr marL="0" indent="0">
              <a:spcAft>
                <a:spcPts val="0"/>
              </a:spcAft>
              <a:buNone/>
              <a:defRPr/>
            </a:pPr>
            <a:r>
              <a:rPr lang="en-US" sz="4000" dirty="0"/>
              <a:t>*Scope*This project will focus on:- Detecting *DDoS attacks* in network traffic data.- Utilizing *deep learning-based models (CAE, GRU, and BL)* to enhance anomaly detection.- Implementing *feature selection techniques (P-MRA)* to improve model efficiency.- Evaluating the framework using *benchmark datasets (ISCX IDS 2012)*.- Comparing performance against *traditional IDS models*.This study does *not* cover physical security threats or encryption-based attack prevention.---##</a:t>
            </a:r>
          </a:p>
          <a:p>
            <a:pPr marL="0" indent="0">
              <a:spcAft>
                <a:spcPts val="0"/>
              </a:spcAft>
              <a:buNone/>
              <a:defRPr/>
            </a:pPr>
            <a:endParaRPr lang="en-US" sz="4000" dirty="0"/>
          </a:p>
          <a:p>
            <a:pPr marL="0" indent="0">
              <a:spcAft>
                <a:spcPts val="0"/>
              </a:spcAft>
              <a:buNone/>
              <a:defRPr/>
            </a:pPr>
            <a:endParaRPr lang="en-US" sz="4000" dirty="0"/>
          </a:p>
          <a:p>
            <a:pPr marL="0" indent="0">
              <a:spcAft>
                <a:spcPts val="0"/>
              </a:spcAft>
              <a:buNone/>
              <a:defRPr/>
            </a:pPr>
            <a:r>
              <a:rPr lang="en-US" sz="4000" dirty="0"/>
              <a:t> </a:t>
            </a:r>
            <a:r>
              <a:rPr lang="en-US" sz="4000" b="1" dirty="0"/>
              <a:t>*Methodology Overview*The project follows a structured approach</a:t>
            </a:r>
            <a:r>
              <a:rPr lang="en-US" sz="4000" dirty="0"/>
              <a:t>:1. *Data Collection* – The *ISCX IDS 2012 dataset* is used for training and testing.2. *Feature Selection (P-MRA)* – The *Predefined-Mud Ring Algorithm* selects the most relevant network traffic features.3. *Deep Learning Model (Multi-SSN)*:   - *CAE* extracts meaningful features from raw data.   - *GRU* captures sequential patterns in network traffic.   - *Bayesian Learning (BL)* makes probabilistic anomaly predictions.4. *Model Training &amp; Evaluation* – The framework is trained and evaluated based on accuracy, precision, recall, and false positive rates.5. *Performance Comparison* – The proposed model is compared with traditional IDS techniques to validate its effectiveness.---## *Expected Outcomes*- A *highly accurate anomaly detection framework* capable of identifying *DDoS attacks* in real time.- *Reduced false positive rates (FPR)* and *improved detection accuracy*.- Efficient *feature selection* process that optimizes detection performance.- An adaptable deep learning-based security model for real-world network security applications.</a:t>
            </a:r>
          </a:p>
          <a:p>
            <a:pPr marL="0" indent="0">
              <a:spcAft>
                <a:spcPts val="0"/>
              </a:spcAft>
              <a:buNone/>
              <a:defRPr/>
            </a:pPr>
            <a:r>
              <a:rPr lang="en-US" sz="2800" dirty="0"/>
              <a:t>.</a:t>
            </a:r>
          </a:p>
        </p:txBody>
      </p:sp>
      <p:sp>
        <p:nvSpPr>
          <p:cNvPr id="8197" name="Slide Number Placeholder 4">
            <a:extLst>
              <a:ext uri="{FF2B5EF4-FFF2-40B4-BE49-F238E27FC236}">
                <a16:creationId xmlns:a16="http://schemas.microsoft.com/office/drawing/2014/main" id="{0B951CDE-0280-81C2-A21C-48F6502BB215}"/>
              </a:ext>
            </a:extLst>
          </p:cNvPr>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7</a:t>
            </a:fld>
            <a:endParaRPr lang="en-US">
              <a:solidFill>
                <a:srgbClr val="898989"/>
              </a:solidFill>
              <a:cs typeface="Arial"/>
            </a:endParaRPr>
          </a:p>
        </p:txBody>
      </p:sp>
      <p:pic>
        <p:nvPicPr>
          <p:cNvPr id="1874052258" name="Picture 1874052257">
            <a:extLst>
              <a:ext uri="{FF2B5EF4-FFF2-40B4-BE49-F238E27FC236}">
                <a16:creationId xmlns:a16="http://schemas.microsoft.com/office/drawing/2014/main" id="{5C580210-16A8-4C79-932B-AA8F4F5DC699}"/>
              </a:ext>
            </a:extLst>
          </p:cNvPr>
          <p:cNvPicPr>
            <a:picLocks noChangeAspect="1"/>
          </p:cNvPicPr>
          <p:nvPr/>
        </p:nvPicPr>
        <p:blipFill>
          <a:blip r:embed="rId3"/>
          <a:stretch/>
        </p:blipFill>
        <p:spPr bwMode="auto">
          <a:xfrm>
            <a:off x="7034212" y="167367"/>
            <a:ext cx="1552574" cy="1200150"/>
          </a:xfrm>
          <a:prstGeom prst="rect">
            <a:avLst/>
          </a:prstGeom>
        </p:spPr>
      </p:pic>
    </p:spTree>
    <p:extLst>
      <p:ext uri="{BB962C8B-B14F-4D97-AF65-F5344CB8AC3E}">
        <p14:creationId xmlns:p14="http://schemas.microsoft.com/office/powerpoint/2010/main" val="817787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13D5801-61FE-02B3-59C1-E1A3664D6B8B}"/>
            </a:ext>
          </a:extLst>
        </p:cNvPr>
        <p:cNvGrpSpPr/>
        <p:nvPr/>
      </p:nvGrpSpPr>
      <p:grpSpPr bwMode="auto">
        <a:xfrm>
          <a:off x="0" y="0"/>
          <a:ext cx="0" cy="0"/>
          <a:chOff x="0" y="0"/>
          <a:chExt cx="0" cy="0"/>
        </a:xfrm>
      </p:grpSpPr>
      <p:sp>
        <p:nvSpPr>
          <p:cNvPr id="2" name="Title 1">
            <a:extLst>
              <a:ext uri="{FF2B5EF4-FFF2-40B4-BE49-F238E27FC236}">
                <a16:creationId xmlns:a16="http://schemas.microsoft.com/office/drawing/2014/main" id="{5EE593E2-1A56-9C4C-F06A-8A1104D2C401}"/>
              </a:ext>
            </a:extLst>
          </p:cNvPr>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a:extLst>
              <a:ext uri="{FF2B5EF4-FFF2-40B4-BE49-F238E27FC236}">
                <a16:creationId xmlns:a16="http://schemas.microsoft.com/office/drawing/2014/main" id="{86B5A7D4-1007-B46D-B391-18878DBCA426}"/>
              </a:ext>
            </a:extLst>
          </p:cNvPr>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32500" lnSpcReduction="20000"/>
          </a:bodyPr>
          <a:lstStyle/>
          <a:p>
            <a:pPr marL="0" indent="0">
              <a:spcAft>
                <a:spcPts val="0"/>
              </a:spcAft>
              <a:buNone/>
              <a:defRPr/>
            </a:pPr>
            <a:r>
              <a:rPr lang="en-US" sz="9600" b="1" dirty="0"/>
              <a:t>Significance &amp; </a:t>
            </a:r>
            <a:r>
              <a:rPr lang="en-US" sz="9600" b="1" dirty="0" err="1"/>
              <a:t>Motivation:</a:t>
            </a:r>
            <a:r>
              <a:rPr lang="en-US" sz="9600" dirty="0" err="1"/>
              <a:t>The</a:t>
            </a:r>
            <a:r>
              <a:rPr lang="en-US" sz="9600" dirty="0"/>
              <a:t> increasing complexity and frequency of DDoS attacks pose a significant risk to organizations, cloud networks, and financial systems. Traditional security systems fail to effectively mitigate evolving threats due to static detection mechanisms. This research is motivated by the need for:- An adaptive anomaly detection framework capable of learning from real-time network traffic.- High accuracy and low false positive rates, reducing unnecessary alerts.- Efficient computational performance to enable real-time deployment in cybersecurity infrastructure.</a:t>
            </a:r>
          </a:p>
        </p:txBody>
      </p:sp>
      <p:sp>
        <p:nvSpPr>
          <p:cNvPr id="8197" name="Slide Number Placeholder 4">
            <a:extLst>
              <a:ext uri="{FF2B5EF4-FFF2-40B4-BE49-F238E27FC236}">
                <a16:creationId xmlns:a16="http://schemas.microsoft.com/office/drawing/2014/main" id="{11612C0F-5448-2D97-31C5-0034D732DCA2}"/>
              </a:ext>
            </a:extLst>
          </p:cNvPr>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8</a:t>
            </a:fld>
            <a:endParaRPr lang="en-US">
              <a:solidFill>
                <a:srgbClr val="898989"/>
              </a:solidFill>
              <a:cs typeface="Arial"/>
            </a:endParaRPr>
          </a:p>
        </p:txBody>
      </p:sp>
      <p:pic>
        <p:nvPicPr>
          <p:cNvPr id="1874052258" name="Picture 1874052257">
            <a:extLst>
              <a:ext uri="{FF2B5EF4-FFF2-40B4-BE49-F238E27FC236}">
                <a16:creationId xmlns:a16="http://schemas.microsoft.com/office/drawing/2014/main" id="{E65C6AAB-BBA0-23A4-F15D-6E9FE0F4BB29}"/>
              </a:ext>
            </a:extLst>
          </p:cNvPr>
          <p:cNvPicPr>
            <a:picLocks noChangeAspect="1"/>
          </p:cNvPicPr>
          <p:nvPr/>
        </p:nvPicPr>
        <p:blipFill>
          <a:blip r:embed="rId3"/>
          <a:stretch/>
        </p:blipFill>
        <p:spPr bwMode="auto">
          <a:xfrm>
            <a:off x="7034212" y="167367"/>
            <a:ext cx="1552574" cy="1200150"/>
          </a:xfrm>
          <a:prstGeom prst="rect">
            <a:avLst/>
          </a:prstGeom>
        </p:spPr>
      </p:pic>
    </p:spTree>
    <p:extLst>
      <p:ext uri="{BB962C8B-B14F-4D97-AF65-F5344CB8AC3E}">
        <p14:creationId xmlns:p14="http://schemas.microsoft.com/office/powerpoint/2010/main" val="3352477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EA06969-7FAA-C6BC-3C05-3A3ABC60E43E}"/>
            </a:ext>
          </a:extLst>
        </p:cNvPr>
        <p:cNvGrpSpPr/>
        <p:nvPr/>
      </p:nvGrpSpPr>
      <p:grpSpPr bwMode="auto">
        <a:xfrm>
          <a:off x="0" y="0"/>
          <a:ext cx="0" cy="0"/>
          <a:chOff x="0" y="0"/>
          <a:chExt cx="0" cy="0"/>
        </a:xfrm>
      </p:grpSpPr>
      <p:sp>
        <p:nvSpPr>
          <p:cNvPr id="2" name="Title 1">
            <a:extLst>
              <a:ext uri="{FF2B5EF4-FFF2-40B4-BE49-F238E27FC236}">
                <a16:creationId xmlns:a16="http://schemas.microsoft.com/office/drawing/2014/main" id="{959222E5-5E4A-8AF2-276E-07DF4974418D}"/>
              </a:ext>
            </a:extLst>
          </p:cNvPr>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Introduction</a:t>
            </a:r>
            <a:endParaRPr/>
          </a:p>
        </p:txBody>
      </p:sp>
      <p:sp>
        <p:nvSpPr>
          <p:cNvPr id="3" name="Content Placeholder 2">
            <a:extLst>
              <a:ext uri="{FF2B5EF4-FFF2-40B4-BE49-F238E27FC236}">
                <a16:creationId xmlns:a16="http://schemas.microsoft.com/office/drawing/2014/main" id="{B72852EF-C915-C948-BE50-CBA7094C25BA}"/>
              </a:ext>
            </a:extLst>
          </p:cNvPr>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vertOverflow="overflow" horzOverflow="overflow" vert="horz" wrap="square" lIns="91440" tIns="45720" rIns="91440" bIns="45720" numCol="1" spcCol="0" rtlCol="0" fromWordArt="0" anchor="t" anchorCtr="0" forceAA="0" compatLnSpc="1">
            <a:prstTxWarp prst="textNoShape">
              <a:avLst/>
            </a:prstTxWarp>
            <a:normAutofit fontScale="32500" lnSpcReduction="20000"/>
          </a:bodyPr>
          <a:lstStyle/>
          <a:p>
            <a:pPr marL="0" indent="0">
              <a:spcAft>
                <a:spcPts val="0"/>
              </a:spcAft>
              <a:buNone/>
              <a:defRPr/>
            </a:pPr>
            <a:endParaRPr lang="en-US" sz="4000" dirty="0"/>
          </a:p>
          <a:p>
            <a:pPr marL="0" indent="0">
              <a:spcAft>
                <a:spcPts val="0"/>
              </a:spcAft>
              <a:buNone/>
              <a:defRPr/>
            </a:pPr>
            <a:endParaRPr lang="en-US" sz="4000" dirty="0"/>
          </a:p>
          <a:p>
            <a:pPr marL="0" indent="0">
              <a:spcAft>
                <a:spcPts val="0"/>
              </a:spcAft>
              <a:buNone/>
              <a:defRPr/>
            </a:pPr>
            <a:r>
              <a:rPr lang="en-US" sz="5000" dirty="0"/>
              <a:t>*Scope*This project will focus on:- Detecting *DDoS attacks* in network traffic data.- Utilizing *deep learning-based models (CAE, GRU, and BL)* to enhance anomaly detection.- Implementing *feature selection techniques (P-MRA)* to improve model efficiency.- Evaluating the framework using *benchmark datasets (ISCX IDS 2012)*.- Comparing performance against *traditional IDS models*.This study does *not* cover physical security threats or encryption-based attack prevention.</a:t>
            </a:r>
          </a:p>
          <a:p>
            <a:pPr marL="0" indent="0">
              <a:spcAft>
                <a:spcPts val="0"/>
              </a:spcAft>
              <a:buNone/>
              <a:defRPr/>
            </a:pPr>
            <a:endParaRPr lang="en-US" sz="4000" dirty="0"/>
          </a:p>
          <a:p>
            <a:pPr marL="0" indent="0">
              <a:spcAft>
                <a:spcPts val="0"/>
              </a:spcAft>
              <a:buNone/>
              <a:defRPr/>
            </a:pPr>
            <a:endParaRPr lang="en-US" sz="4000" dirty="0"/>
          </a:p>
          <a:p>
            <a:pPr marL="0" indent="0">
              <a:spcAft>
                <a:spcPts val="0"/>
              </a:spcAft>
              <a:buNone/>
              <a:defRPr/>
            </a:pPr>
            <a:r>
              <a:rPr lang="en-US" sz="5000" dirty="0"/>
              <a:t> </a:t>
            </a:r>
            <a:r>
              <a:rPr lang="en-US" sz="5000" b="1" dirty="0"/>
              <a:t>*Methodology Overview*The project follows a structured approach</a:t>
            </a:r>
            <a:r>
              <a:rPr lang="en-US" sz="5000" dirty="0"/>
              <a:t>:1. *Data Collection* – The *ISCX IDS 2012 dataset* is used for training and testing.2. *Feature Selection (P-MRA)* – The *Predefined-Mud Ring Algorithm* selects the most relevant network traffic features.3. *Deep Learning Model (Multi-SSN)*:   - *CAE* extracts meaningful features from raw data.   - *GRU* captures sequential patterns in network traffic.   - *Bayesian Learning (BL)* makes probabilistic anomaly predictions.4. *Model Training &amp; Evaluation* – The framework is trained and evaluated based on accuracy, precision, recall, and false positive rates.5. *Performance Comparison* – The proposed model is compared with traditional IDS techniques to validate its effectiveness.---## *Expected Outcomes*- A *highly accurate anomaly detection framework* capable of identifying *DDoS attacks* in real time.- *Reduced false positive rates (FPR)* and *improved detection accuracy*.- Efficient *feature selection* process that optimizes detection performance.- An adaptable deep learning-based security model for real-world network security applications.</a:t>
            </a:r>
          </a:p>
          <a:p>
            <a:pPr marL="0" indent="0">
              <a:spcAft>
                <a:spcPts val="0"/>
              </a:spcAft>
              <a:buNone/>
              <a:defRPr/>
            </a:pPr>
            <a:r>
              <a:rPr lang="en-US" sz="5000" dirty="0"/>
              <a:t>.</a:t>
            </a:r>
          </a:p>
        </p:txBody>
      </p:sp>
      <p:sp>
        <p:nvSpPr>
          <p:cNvPr id="8197" name="Slide Number Placeholder 4">
            <a:extLst>
              <a:ext uri="{FF2B5EF4-FFF2-40B4-BE49-F238E27FC236}">
                <a16:creationId xmlns:a16="http://schemas.microsoft.com/office/drawing/2014/main" id="{278D9A50-61C9-76C9-A41D-C5B66682A8EB}"/>
              </a:ext>
            </a:extLst>
          </p:cNvPr>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07DA0EF8-0E81-7D49-BCA1-A831B702A60A}" type="slidenum">
              <a:rPr lang="en-US">
                <a:solidFill>
                  <a:srgbClr val="898989"/>
                </a:solidFill>
                <a:cs typeface="Arial"/>
              </a:rPr>
              <a:t>9</a:t>
            </a:fld>
            <a:endParaRPr lang="en-US">
              <a:solidFill>
                <a:srgbClr val="898989"/>
              </a:solidFill>
              <a:cs typeface="Arial"/>
            </a:endParaRPr>
          </a:p>
        </p:txBody>
      </p:sp>
      <p:pic>
        <p:nvPicPr>
          <p:cNvPr id="1874052258" name="Picture 1874052257">
            <a:extLst>
              <a:ext uri="{FF2B5EF4-FFF2-40B4-BE49-F238E27FC236}">
                <a16:creationId xmlns:a16="http://schemas.microsoft.com/office/drawing/2014/main" id="{4BCCF3E9-6439-4C3A-207C-FA65729449A0}"/>
              </a:ext>
            </a:extLst>
          </p:cNvPr>
          <p:cNvPicPr>
            <a:picLocks noChangeAspect="1"/>
          </p:cNvPicPr>
          <p:nvPr/>
        </p:nvPicPr>
        <p:blipFill>
          <a:blip r:embed="rId3"/>
          <a:stretch/>
        </p:blipFill>
        <p:spPr bwMode="auto">
          <a:xfrm>
            <a:off x="7034212" y="167367"/>
            <a:ext cx="1552574" cy="1200150"/>
          </a:xfrm>
          <a:prstGeom prst="rect">
            <a:avLst/>
          </a:prstGeom>
        </p:spPr>
      </p:pic>
    </p:spTree>
    <p:extLst>
      <p:ext uri="{BB962C8B-B14F-4D97-AF65-F5344CB8AC3E}">
        <p14:creationId xmlns:p14="http://schemas.microsoft.com/office/powerpoint/2010/main" val="250360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t-EE" sz="2800" b="1">
                <a:solidFill>
                  <a:schemeClr val="tx1"/>
                </a:solidFill>
                <a:latin typeface="Cambria"/>
                <a:ea typeface="Cambria"/>
              </a:rPr>
              <a:t>Literature Review</a:t>
            </a: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a:bodyPr>
          <a:lstStyle/>
          <a:p>
            <a:pPr marL="0" indent="0">
              <a:spcAft>
                <a:spcPts val="0"/>
              </a:spcAft>
              <a:buNone/>
              <a:defRPr/>
            </a:pPr>
            <a:endParaRPr lang="en-US" sz="2800" dirty="0"/>
          </a:p>
          <a:p>
            <a:r>
              <a:rPr lang="en-US" sz="2000" dirty="0">
                <a:cs typeface="Times New Roman" panose="02020603050405020304" pitchFamily="18" charset="0"/>
              </a:rPr>
              <a:t>Numerous studies have explored network anomaly detection using machine learning and deep learning models. Traditional machine learning techniques, such as Support Vector Machines (SVM) and Decision Trees, have been widely used for detecting DDoS attacks but often suffer from scalability issues and poor adaptability to new attack patterns. More recent approaches leverage deep learning models like Convolutional Neural Networks (CNNs) and Recurrent Neural Networks (RNNs) for feature extraction and anomaly classification. However, these models often require extensive computational resources and suffer from overfitting when applied to real-world traffic data. This paper builds upon these existing methodologies by introducing a multi-serial stacked network architecture coupled with an optimal feature selection process to improve detection accuracy and efficiency.</a:t>
            </a:r>
          </a:p>
          <a:p>
            <a:pPr marL="0" indent="0">
              <a:spcAft>
                <a:spcPts val="0"/>
              </a:spcAft>
              <a:buFont typeface="Arial"/>
              <a:buNone/>
              <a:defRPr/>
            </a:pPr>
            <a:endParaRPr lang="en-US" sz="2800" dirty="0"/>
          </a:p>
          <a:p>
            <a:pPr>
              <a:spcAft>
                <a:spcPts val="0"/>
              </a:spcAft>
              <a:defRPr/>
            </a:pPr>
            <a:endParaRPr lang="en-US" sz="2800" dirty="0"/>
          </a:p>
        </p:txBody>
      </p:sp>
      <p:sp>
        <p:nvSpPr>
          <p:cNvPr id="10245"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7164A38F-66D0-3249-BDB1-19728BCC61CC}" type="slidenum">
              <a:rPr lang="en-US">
                <a:solidFill>
                  <a:srgbClr val="898989"/>
                </a:solidFill>
                <a:cs typeface="Arial"/>
              </a:rPr>
              <a:t>10</a:t>
            </a:fld>
            <a:endParaRPr lang="en-US">
              <a:solidFill>
                <a:srgbClr val="898989"/>
              </a:solidFill>
              <a:cs typeface="Arial"/>
            </a:endParaRPr>
          </a:p>
        </p:txBody>
      </p:sp>
      <p:pic>
        <p:nvPicPr>
          <p:cNvPr id="1851264245" name="Picture 1851264244"/>
          <p:cNvPicPr>
            <a:picLocks noChangeAspect="1"/>
          </p:cNvPicPr>
          <p:nvPr/>
        </p:nvPicPr>
        <p:blipFill>
          <a:blip r:embed="rId3"/>
          <a:stretch/>
        </p:blipFill>
        <p:spPr bwMode="auto">
          <a:xfrm>
            <a:off x="7034212" y="80281"/>
            <a:ext cx="1552574" cy="1200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prstTxWarp prst="textNoShape">
              <a:avLst/>
            </a:prstTxWarp>
            <a:normAutofit/>
          </a:bodyPr>
          <a:lstStyle/>
          <a:p>
            <a:pPr>
              <a:lnSpc>
                <a:spcPct val="110000"/>
              </a:lnSpc>
              <a:spcBef>
                <a:spcPts val="1199"/>
              </a:spcBef>
              <a:spcAft>
                <a:spcPts val="0"/>
              </a:spcAft>
              <a:defRPr/>
            </a:pPr>
            <a:r>
              <a:rPr lang="et-EE" sz="2800" b="1" i="0" u="none" strike="noStrike" cap="none" spc="0">
                <a:solidFill>
                  <a:schemeClr val="tx1"/>
                </a:solidFill>
                <a:latin typeface="Cambria"/>
                <a:ea typeface="Cambria"/>
                <a:cs typeface="Cambria"/>
              </a:rPr>
              <a:t>State of the Art (SOTA)</a:t>
            </a:r>
            <a:r>
              <a:rPr lang="en-US" sz="2800" b="1" i="0" u="none" strike="noStrike" cap="none" spc="0">
                <a:solidFill>
                  <a:schemeClr val="tx1"/>
                </a:solidFill>
                <a:latin typeface="Cambria"/>
                <a:ea typeface="Cambria"/>
                <a:cs typeface="Cambria"/>
              </a:rPr>
              <a:t>  </a:t>
            </a:r>
            <a:endParaRPr sz="2800">
              <a:solidFill>
                <a:schemeClr val="tx1"/>
              </a:solidFill>
            </a:endParaRPr>
          </a:p>
          <a:p>
            <a:pPr>
              <a:defRPr/>
            </a:pP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a:bodyPr>
          <a:lstStyle/>
          <a:p>
            <a:pPr>
              <a:spcAft>
                <a:spcPts val="0"/>
              </a:spcAft>
              <a:defRPr/>
            </a:pPr>
            <a:endParaRPr lang="en-US" sz="2800" b="1" dirty="0"/>
          </a:p>
          <a:p>
            <a:pPr marL="0" indent="0">
              <a:spcAft>
                <a:spcPts val="0"/>
              </a:spcAft>
              <a:buNone/>
              <a:defRPr/>
            </a:pPr>
            <a:endParaRPr lang="en-US" sz="2800" dirty="0"/>
          </a:p>
          <a:p>
            <a:r>
              <a:rPr lang="en-US" sz="2000" dirty="0"/>
              <a:t>Current advancements in network anomaly detection have focused on deep learning-based frameworks, hybrid models, and real-time threat intelligence systems. Key approaches include:</a:t>
            </a:r>
          </a:p>
          <a:p>
            <a:pPr>
              <a:buFont typeface="Arial" panose="020B0604020202020204" pitchFamily="34" charset="0"/>
              <a:buChar char="•"/>
            </a:pPr>
            <a:r>
              <a:rPr lang="en-US" sz="2000" b="1" dirty="0"/>
              <a:t>Autoencoders for Anomaly Detection:</a:t>
            </a:r>
            <a:r>
              <a:rPr lang="en-US" sz="2000" dirty="0"/>
              <a:t> Utilized to identify network anomalies by learning normal traffic patterns and flagging deviations.</a:t>
            </a:r>
          </a:p>
          <a:p>
            <a:pPr>
              <a:buFont typeface="Arial" panose="020B0604020202020204" pitchFamily="34" charset="0"/>
              <a:buChar char="•"/>
            </a:pPr>
            <a:r>
              <a:rPr lang="en-US" sz="2000" b="1" dirty="0"/>
              <a:t>Graph-Based Intrusion Detection Systems:</a:t>
            </a:r>
            <a:r>
              <a:rPr lang="en-US" sz="2000" dirty="0"/>
              <a:t> Use graph structures to analyze network traffic relationships and identify malicious behavior.</a:t>
            </a:r>
          </a:p>
          <a:p>
            <a:pPr>
              <a:buFont typeface="Arial" panose="020B0604020202020204" pitchFamily="34" charset="0"/>
              <a:buChar char="•"/>
            </a:pPr>
            <a:r>
              <a:rPr lang="en-US" sz="2000" b="1" dirty="0"/>
              <a:t>Hybrid Machine Learning Models:</a:t>
            </a:r>
            <a:r>
              <a:rPr lang="en-US" sz="2000" dirty="0"/>
              <a:t> Combine supervised and unsupervised learning techniques to enhance classification accuracy.</a:t>
            </a:r>
            <a:br>
              <a:rPr lang="en-US" sz="2000" dirty="0"/>
            </a:br>
            <a:r>
              <a:rPr lang="en-US" sz="2000" dirty="0"/>
              <a:t>While these methods have demonstrated improvements in anomaly detection, challenges remain in reducing false positives, adapting to dynamic network environments, and ensuring computational efficiency.</a:t>
            </a:r>
          </a:p>
          <a:p>
            <a:pPr>
              <a:spcAft>
                <a:spcPts val="0"/>
              </a:spcAft>
              <a:defRPr/>
            </a:pPr>
            <a:endParaRPr lang="en-US" sz="2800" dirty="0"/>
          </a:p>
        </p:txBody>
      </p:sp>
      <p:sp>
        <p:nvSpPr>
          <p:cNvPr id="9221"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90544C4A-25D2-E542-A79E-1E54EDA09CD4}" type="slidenum">
              <a:rPr lang="en-US">
                <a:solidFill>
                  <a:srgbClr val="898989"/>
                </a:solidFill>
                <a:cs typeface="Arial"/>
              </a:rPr>
              <a:t>11</a:t>
            </a:fld>
            <a:endParaRPr lang="en-US">
              <a:solidFill>
                <a:srgbClr val="898989"/>
              </a:solidFill>
              <a:cs typeface="Arial"/>
            </a:endParaRPr>
          </a:p>
        </p:txBody>
      </p:sp>
      <p:pic>
        <p:nvPicPr>
          <p:cNvPr id="827881328" name="Picture 827881327"/>
          <p:cNvPicPr>
            <a:picLocks noChangeAspect="1"/>
          </p:cNvPicPr>
          <p:nvPr/>
        </p:nvPicPr>
        <p:blipFill>
          <a:blip r:embed="rId3"/>
          <a:stretch/>
        </p:blipFill>
        <p:spPr bwMode="auto">
          <a:xfrm>
            <a:off x="7262812" y="-5555"/>
            <a:ext cx="1552574" cy="1200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prstTxWarp prst="textNoShape">
              <a:avLst/>
            </a:prstTxWarp>
            <a:normAutofit/>
          </a:bodyPr>
          <a:lstStyle/>
          <a:p>
            <a:pPr>
              <a:lnSpc>
                <a:spcPct val="110000"/>
              </a:lnSpc>
              <a:spcBef>
                <a:spcPts val="1199"/>
              </a:spcBef>
              <a:spcAft>
                <a:spcPts val="0"/>
              </a:spcAft>
              <a:defRPr/>
            </a:pPr>
            <a:r>
              <a:rPr lang="en-US" sz="2800" b="1" i="0" u="none" strike="noStrike" cap="none" spc="0">
                <a:solidFill>
                  <a:schemeClr val="tx1"/>
                </a:solidFill>
                <a:latin typeface="Cambria"/>
                <a:ea typeface="Cambria"/>
                <a:cs typeface="Cambria"/>
              </a:rPr>
              <a:t>Existing System  with Pros and Cons </a:t>
            </a:r>
            <a:endParaRPr sz="2800"/>
          </a:p>
          <a:p>
            <a:pPr>
              <a:defRPr/>
            </a:pPr>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lnSpcReduction="10000"/>
          </a:bodyPr>
          <a:lstStyle/>
          <a:p>
            <a:pPr marL="0" indent="0">
              <a:buNone/>
            </a:pPr>
            <a:br>
              <a:rPr lang="en-US" dirty="0"/>
            </a:br>
            <a:r>
              <a:rPr lang="en-US" dirty="0"/>
              <a:t>Existing network anomaly detection systems primarily rely on rule-based, statistical, and machine learning-based methodologies.</a:t>
            </a:r>
          </a:p>
          <a:p>
            <a:pPr>
              <a:buFont typeface="Arial" panose="020B0604020202020204" pitchFamily="34" charset="0"/>
              <a:buChar char="•"/>
            </a:pPr>
            <a:r>
              <a:rPr lang="en-US" b="1" dirty="0"/>
              <a:t>Rule-Based Systems:</a:t>
            </a:r>
            <a:r>
              <a:rPr lang="en-US" dirty="0"/>
              <a:t> Use predefined signatures to detect known threats.</a:t>
            </a:r>
          </a:p>
          <a:p>
            <a:pPr marL="742950" lvl="1" indent="-285750">
              <a:buFont typeface="Arial" panose="020B0604020202020204" pitchFamily="34" charset="0"/>
              <a:buChar char="•"/>
            </a:pPr>
            <a:r>
              <a:rPr lang="en-US" b="1" dirty="0"/>
              <a:t>Pros:</a:t>
            </a:r>
            <a:r>
              <a:rPr lang="en-US" dirty="0"/>
              <a:t> High accuracy for known attacks, real-time detection.</a:t>
            </a:r>
          </a:p>
          <a:p>
            <a:pPr marL="742950" lvl="1" indent="-285750">
              <a:buFont typeface="Arial" panose="020B0604020202020204" pitchFamily="34" charset="0"/>
              <a:buChar char="•"/>
            </a:pPr>
            <a:r>
              <a:rPr lang="en-US" b="1" dirty="0"/>
              <a:t>Cons:</a:t>
            </a:r>
            <a:r>
              <a:rPr lang="en-US" dirty="0"/>
              <a:t> Ineffective against zero-day attacks, high maintenance.</a:t>
            </a:r>
          </a:p>
          <a:p>
            <a:pPr>
              <a:buFont typeface="Arial" panose="020B0604020202020204" pitchFamily="34" charset="0"/>
              <a:buChar char="•"/>
            </a:pPr>
            <a:r>
              <a:rPr lang="en-US" b="1" dirty="0"/>
              <a:t>Statistical Anomaly Detection:</a:t>
            </a:r>
            <a:r>
              <a:rPr lang="en-US" dirty="0"/>
              <a:t> Identifies deviations from normal traffic behavior.</a:t>
            </a:r>
          </a:p>
          <a:p>
            <a:pPr marL="742950" lvl="1" indent="-285750">
              <a:buFont typeface="Arial" panose="020B0604020202020204" pitchFamily="34" charset="0"/>
              <a:buChar char="•"/>
            </a:pPr>
            <a:r>
              <a:rPr lang="en-US" b="1" dirty="0"/>
              <a:t>Pros:</a:t>
            </a:r>
            <a:r>
              <a:rPr lang="en-US" dirty="0"/>
              <a:t> Can detect novel attacks, adaptable to different network environments.</a:t>
            </a:r>
          </a:p>
          <a:p>
            <a:pPr marL="742950" lvl="1" indent="-285750">
              <a:buFont typeface="Arial" panose="020B0604020202020204" pitchFamily="34" charset="0"/>
              <a:buChar char="•"/>
            </a:pPr>
            <a:r>
              <a:rPr lang="en-US" b="1" dirty="0"/>
              <a:t>Cons:</a:t>
            </a:r>
            <a:r>
              <a:rPr lang="en-US" dirty="0"/>
              <a:t> High false positive rates, requires manual threshold tuning.</a:t>
            </a:r>
          </a:p>
          <a:p>
            <a:pPr>
              <a:buFont typeface="Arial" panose="020B0604020202020204" pitchFamily="34" charset="0"/>
              <a:buChar char="•"/>
            </a:pPr>
            <a:r>
              <a:rPr lang="en-US" b="1" dirty="0"/>
              <a:t>Machine Learning-Based Detection:</a:t>
            </a:r>
            <a:r>
              <a:rPr lang="en-US" dirty="0"/>
              <a:t> Uses classification algorithms to differentiate between legitimate and malicious traffic.</a:t>
            </a:r>
          </a:p>
          <a:p>
            <a:pPr marL="742950" lvl="1" indent="-285750">
              <a:buFont typeface="Arial" panose="020B0604020202020204" pitchFamily="34" charset="0"/>
              <a:buChar char="•"/>
            </a:pPr>
            <a:r>
              <a:rPr lang="en-US" b="1" dirty="0"/>
              <a:t>Pros:</a:t>
            </a:r>
            <a:r>
              <a:rPr lang="en-US" dirty="0"/>
              <a:t> More adaptable than rule-based systems, capable of learning attack patterns.</a:t>
            </a:r>
          </a:p>
          <a:p>
            <a:pPr marL="742950" lvl="1" indent="-285750">
              <a:buFont typeface="Arial" panose="020B0604020202020204" pitchFamily="34" charset="0"/>
              <a:buChar char="•"/>
            </a:pPr>
            <a:r>
              <a:rPr lang="en-US" b="1" dirty="0"/>
              <a:t>Cons:</a:t>
            </a:r>
            <a:r>
              <a:rPr lang="en-US" dirty="0"/>
              <a:t> Computationally expensive, requires large labeled datasets.</a:t>
            </a:r>
          </a:p>
          <a:p>
            <a:r>
              <a:rPr lang="en-US" dirty="0"/>
              <a:t>Our proposed multi-serial stacked network framework addresses these limitations by integrating deep learning models with optimal feature selection, enhancing detection accuracy while reducing computational complexity.</a:t>
            </a:r>
          </a:p>
          <a:p>
            <a:pPr>
              <a:spcAft>
                <a:spcPts val="0"/>
              </a:spcAft>
              <a:defRPr/>
            </a:pPr>
            <a:endParaRPr lang="en-US" sz="2800" dirty="0"/>
          </a:p>
          <a:p>
            <a:pPr>
              <a:spcAft>
                <a:spcPts val="0"/>
              </a:spcAft>
              <a:defRPr/>
            </a:pPr>
            <a:endParaRPr lang="en-US" sz="2800" dirty="0"/>
          </a:p>
          <a:p>
            <a:pPr>
              <a:spcAft>
                <a:spcPts val="0"/>
              </a:spcAft>
              <a:defRPr/>
            </a:pPr>
            <a:endParaRPr lang="en-US" sz="2800" dirty="0"/>
          </a:p>
        </p:txBody>
      </p:sp>
      <p:sp>
        <p:nvSpPr>
          <p:cNvPr id="11269"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F6F3171B-38C9-4048-8A52-8953721231B0}" type="slidenum">
              <a:rPr lang="en-US">
                <a:solidFill>
                  <a:srgbClr val="898989"/>
                </a:solidFill>
                <a:cs typeface="Arial"/>
              </a:rPr>
              <a:t>12</a:t>
            </a:fld>
            <a:endParaRPr lang="en-US">
              <a:solidFill>
                <a:srgbClr val="898989"/>
              </a:solidFill>
              <a:cs typeface="Arial"/>
            </a:endParaRPr>
          </a:p>
        </p:txBody>
      </p:sp>
      <p:pic>
        <p:nvPicPr>
          <p:cNvPr id="139467665" name="Picture 139467664"/>
          <p:cNvPicPr>
            <a:picLocks noChangeAspect="1"/>
          </p:cNvPicPr>
          <p:nvPr/>
        </p:nvPicPr>
        <p:blipFill>
          <a:blip r:embed="rId3"/>
          <a:stretch/>
        </p:blipFill>
        <p:spPr bwMode="auto">
          <a:xfrm>
            <a:off x="7186612" y="142875"/>
            <a:ext cx="1552574" cy="1200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a:lnSpc>
                <a:spcPct val="110000"/>
              </a:lnSpc>
              <a:spcBef>
                <a:spcPts val="1200"/>
              </a:spcBef>
              <a:spcAft>
                <a:spcPts val="0"/>
              </a:spcAft>
              <a:defRPr/>
            </a:pPr>
            <a:r>
              <a:rPr lang="en-US" sz="2800" b="1">
                <a:solidFill>
                  <a:schemeClr val="tx1"/>
                </a:solidFill>
                <a:latin typeface="Cambria"/>
                <a:ea typeface="Cambria"/>
              </a:rPr>
              <a:t>References</a:t>
            </a:r>
            <a:endParaRPr lang="en-US" sz="2800">
              <a:solidFill>
                <a:schemeClr val="tx1"/>
              </a:solidFill>
              <a:latin typeface="Cambria"/>
              <a:ea typeface="Cambria"/>
            </a:endParaRPr>
          </a:p>
        </p:txBody>
      </p:sp>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a:bodyPr>
          <a:lstStyle/>
          <a:p>
            <a:pPr marL="0" indent="0">
              <a:buNone/>
            </a:pPr>
            <a:r>
              <a:rPr lang="en-IN" sz="2000" b="1" dirty="0"/>
              <a:t>References</a:t>
            </a:r>
            <a:br>
              <a:rPr lang="en-IN" sz="2000" dirty="0"/>
            </a:br>
            <a:r>
              <a:rPr lang="en-IN" sz="2000" dirty="0"/>
              <a:t>[1] Y. </a:t>
            </a:r>
            <a:r>
              <a:rPr lang="en-IN" sz="2000" dirty="0" err="1"/>
              <a:t>Meidan</a:t>
            </a:r>
            <a:r>
              <a:rPr lang="en-IN" sz="2000" dirty="0"/>
              <a:t>, M. </a:t>
            </a:r>
            <a:r>
              <a:rPr lang="en-IN" sz="2000" dirty="0" err="1"/>
              <a:t>Bohadana</a:t>
            </a:r>
            <a:r>
              <a:rPr lang="en-IN" sz="2000" dirty="0"/>
              <a:t>, A. Shabtai, J. </a:t>
            </a:r>
            <a:r>
              <a:rPr lang="en-IN" sz="2000" dirty="0" err="1"/>
              <a:t>Guarnizo</a:t>
            </a:r>
            <a:r>
              <a:rPr lang="en-IN" sz="2000" dirty="0"/>
              <a:t>, M. Ochoa, N. O. </a:t>
            </a:r>
            <a:r>
              <a:rPr lang="en-IN" sz="2000" dirty="0" err="1"/>
              <a:t>Tippenhauer</a:t>
            </a:r>
            <a:r>
              <a:rPr lang="en-IN" sz="2000" dirty="0"/>
              <a:t>, and Y. </a:t>
            </a:r>
            <a:r>
              <a:rPr lang="en-IN" sz="2000" dirty="0" err="1"/>
              <a:t>Elovici</a:t>
            </a:r>
            <a:r>
              <a:rPr lang="en-IN" sz="2000" dirty="0"/>
              <a:t>, "</a:t>
            </a:r>
            <a:r>
              <a:rPr lang="en-IN" sz="2000" dirty="0" err="1"/>
              <a:t>ProfilIoT</a:t>
            </a:r>
            <a:r>
              <a:rPr lang="en-IN" sz="2000" dirty="0"/>
              <a:t>: A Machine Learning Approach for IoT Device Identification Based on Network Traffic Analysis," in </a:t>
            </a:r>
            <a:r>
              <a:rPr lang="en-IN" sz="2000" i="1" dirty="0"/>
              <a:t>Proceedings of the 12th ACM Conference on Security and Privacy in Wireless and Mobile Networks</a:t>
            </a:r>
            <a:r>
              <a:rPr lang="en-IN" sz="2000" dirty="0"/>
              <a:t>, 2019.</a:t>
            </a:r>
            <a:br>
              <a:rPr lang="en-IN" sz="2000" dirty="0"/>
            </a:br>
            <a:r>
              <a:rPr lang="en-IN" sz="2000" dirty="0"/>
              <a:t>[2] J. Ma, G. </a:t>
            </a:r>
            <a:r>
              <a:rPr lang="en-IN" sz="2000" dirty="0" err="1"/>
              <a:t>Krishnamurthi</a:t>
            </a:r>
            <a:r>
              <a:rPr lang="en-IN" sz="2000" dirty="0"/>
              <a:t>, C. Wang, and Y. Guan, "A Hybrid Approach for DDoS Attack Detection Using Deep Learning," in </a:t>
            </a:r>
            <a:r>
              <a:rPr lang="en-IN" sz="2000" i="1" dirty="0"/>
              <a:t>IEEE Transactions on Information Forensics and Security</a:t>
            </a:r>
            <a:r>
              <a:rPr lang="en-IN" sz="2000" dirty="0"/>
              <a:t>, vol. 15, pp. 3449-3464, 2020.</a:t>
            </a:r>
            <a:br>
              <a:rPr lang="en-IN" sz="2000" dirty="0"/>
            </a:br>
            <a:r>
              <a:rPr lang="en-IN" sz="2000" dirty="0"/>
              <a:t>[3] T. Kim, K. Lee, and J. Kim, "Flow-based Botnet Detection Using Graph Convolutional Networks," in </a:t>
            </a:r>
            <a:r>
              <a:rPr lang="en-IN" sz="2000" i="1" dirty="0"/>
              <a:t>Proceedings of the 2021 ACM SIGSAC Conference on Computer and Communications Security</a:t>
            </a:r>
            <a:r>
              <a:rPr lang="en-IN" sz="2000" dirty="0"/>
              <a:t>, 2021.</a:t>
            </a:r>
            <a:br>
              <a:rPr lang="en-IN" sz="2000" dirty="0"/>
            </a:br>
            <a:r>
              <a:rPr lang="en-IN" sz="2000" dirty="0"/>
              <a:t>[4] A. Javaid, Q. Niyaz, W. Sun, and M. Alam, "A Deep Learning Approach for Network Intrusion Detection System," in </a:t>
            </a:r>
            <a:r>
              <a:rPr lang="en-IN" sz="2000" i="1" dirty="0"/>
              <a:t>Proceedings of the 9th EAI International Conference on Bio-inspired Information and Communications Technologies</a:t>
            </a:r>
            <a:r>
              <a:rPr lang="en-IN" sz="2000" dirty="0"/>
              <a:t>, 2017.</a:t>
            </a:r>
          </a:p>
        </p:txBody>
      </p:sp>
      <p:sp>
        <p:nvSpPr>
          <p:cNvPr id="13317"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2E98BD84-CE13-3A4E-A584-364A90364486}" type="slidenum">
              <a:rPr lang="en-US">
                <a:solidFill>
                  <a:srgbClr val="898989"/>
                </a:solidFill>
                <a:cs typeface="Arial"/>
              </a:rPr>
              <a:t>13</a:t>
            </a:fld>
            <a:endParaRPr lang="en-US">
              <a:solidFill>
                <a:srgbClr val="898989"/>
              </a:solidFill>
              <a:cs typeface="Arial"/>
            </a:endParaRPr>
          </a:p>
        </p:txBody>
      </p:sp>
      <p:pic>
        <p:nvPicPr>
          <p:cNvPr id="560990168" name="Picture 560990167"/>
          <p:cNvPicPr>
            <a:picLocks noChangeAspect="1"/>
          </p:cNvPicPr>
          <p:nvPr/>
        </p:nvPicPr>
        <p:blipFill>
          <a:blip r:embed="rId3"/>
          <a:stretch/>
        </p:blipFill>
        <p:spPr bwMode="auto">
          <a:xfrm>
            <a:off x="7439024" y="-5555"/>
            <a:ext cx="1552574" cy="1200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a:xfrm>
            <a:off x="228600" y="1066800"/>
            <a:ext cx="8763000" cy="5562600"/>
          </a:xfrm>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a:spcAft>
                <a:spcPts val="0"/>
              </a:spcAft>
              <a:buFont typeface="Arial"/>
              <a:buNone/>
              <a:defRPr/>
            </a:pPr>
            <a:endParaRPr lang="en-US" sz="3600" b="1"/>
          </a:p>
          <a:p>
            <a:pPr marL="514350" indent="-514350">
              <a:spcAft>
                <a:spcPts val="0"/>
              </a:spcAft>
              <a:buFont typeface="Arial"/>
              <a:buNone/>
              <a:defRPr/>
            </a:pPr>
            <a:endParaRPr lang="en-US" sz="2800" b="1"/>
          </a:p>
          <a:p>
            <a:pPr marL="514350" indent="-514350">
              <a:spcAft>
                <a:spcPts val="0"/>
              </a:spcAft>
              <a:buFont typeface="Arial"/>
              <a:buNone/>
              <a:defRPr/>
            </a:pPr>
            <a:endParaRPr lang="en-US" sz="2800" b="1"/>
          </a:p>
          <a:p>
            <a:pPr marL="514350" indent="-514350" algn="ctr">
              <a:spcAft>
                <a:spcPts val="0"/>
              </a:spcAft>
              <a:buFont typeface="Arial"/>
              <a:buNone/>
              <a:defRPr/>
            </a:pPr>
            <a:endParaRPr lang="en-US" b="1"/>
          </a:p>
          <a:p>
            <a:pPr marL="514350" indent="-514350">
              <a:spcAft>
                <a:spcPts val="0"/>
              </a:spcAft>
              <a:buFont typeface="Arial"/>
              <a:buNone/>
              <a:defRPr/>
            </a:pPr>
            <a:endParaRPr lang="en-US" sz="2800" b="1"/>
          </a:p>
        </p:txBody>
      </p:sp>
      <p:sp>
        <p:nvSpPr>
          <p:cNvPr id="14340" name="Slide Number Placeholder 4"/>
          <p:cNvSpPr>
            <a:spLocks noGrp="1" noChangeArrowheads="1"/>
          </p:cNvSpPr>
          <p:nvPr>
            <p:ph type="sldNum" sz="quarter" idx="12"/>
          </p:nvPr>
        </p:nvSpPr>
        <p:spPr bwMode="auto">
          <a:prstGeom prst="rect">
            <a:avLst/>
          </a:prstGeom>
          <a:noFill/>
        </p:spPr>
        <p:txBody>
          <a:bodyPr wrap="square" numCol="1" anchorCtr="0" compatLnSpc="1">
            <a:prstTxWarp prst="textNoShape">
              <a:avLst/>
            </a:prstTxWarp>
          </a:bodyP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a:spcBef>
                <a:spcPts val="0"/>
              </a:spcBef>
              <a:spcAft>
                <a:spcPts val="0"/>
              </a:spcAft>
              <a:defRPr>
                <a:solidFill>
                  <a:schemeClr val="tx1"/>
                </a:solidFill>
                <a:latin typeface="Calibri"/>
              </a:defRPr>
            </a:lvl6pPr>
            <a:lvl7pPr marL="2971800" indent="-228600">
              <a:spcBef>
                <a:spcPts val="0"/>
              </a:spcBef>
              <a:spcAft>
                <a:spcPts val="0"/>
              </a:spcAft>
              <a:defRPr>
                <a:solidFill>
                  <a:schemeClr val="tx1"/>
                </a:solidFill>
                <a:latin typeface="Calibri"/>
              </a:defRPr>
            </a:lvl7pPr>
            <a:lvl8pPr marL="3429000" indent="-228600">
              <a:spcBef>
                <a:spcPts val="0"/>
              </a:spcBef>
              <a:spcAft>
                <a:spcPts val="0"/>
              </a:spcAft>
              <a:defRPr>
                <a:solidFill>
                  <a:schemeClr val="tx1"/>
                </a:solidFill>
                <a:latin typeface="Calibri"/>
              </a:defRPr>
            </a:lvl8pPr>
            <a:lvl9pPr marL="3886200" indent="-228600">
              <a:spcBef>
                <a:spcPts val="0"/>
              </a:spcBef>
              <a:spcAft>
                <a:spcPts val="0"/>
              </a:spcAft>
              <a:defRPr>
                <a:solidFill>
                  <a:schemeClr val="tx1"/>
                </a:solidFill>
                <a:latin typeface="Calibri"/>
              </a:defRPr>
            </a:lvl9pPr>
          </a:lstStyle>
          <a:p>
            <a:pPr>
              <a:spcBef>
                <a:spcPts val="0"/>
              </a:spcBef>
              <a:spcAft>
                <a:spcPts val="0"/>
              </a:spcAft>
              <a:defRPr/>
            </a:pPr>
            <a:fld id="{ABEDEFEE-79E3-4247-B13F-BA9161CED57F}" type="slidenum">
              <a:rPr lang="en-US">
                <a:solidFill>
                  <a:srgbClr val="898989"/>
                </a:solidFill>
                <a:cs typeface="Arial"/>
              </a:rPr>
              <a:t>14</a:t>
            </a:fld>
            <a:endParaRPr lang="en-US">
              <a:solidFill>
                <a:srgbClr val="898989"/>
              </a:solidFill>
              <a:cs typeface="Arial"/>
            </a:endParaRPr>
          </a:p>
        </p:txBody>
      </p:sp>
      <p:pic>
        <p:nvPicPr>
          <p:cNvPr id="14341" name="Picture 2" descr="C:\Users\VenuGS\Desktop\Logo_VMEG.jpg"/>
          <p:cNvPicPr>
            <a:picLocks noChangeAspect="1" noChangeArrowheads="1"/>
          </p:cNvPicPr>
          <p:nvPr/>
        </p:nvPicPr>
        <p:blipFill>
          <a:blip r:embed="rId3"/>
          <a:stretch/>
        </p:blipFill>
        <p:spPr bwMode="auto">
          <a:xfrm>
            <a:off x="3962400" y="228600"/>
            <a:ext cx="1143000" cy="785813"/>
          </a:xfrm>
          <a:prstGeom prst="rect">
            <a:avLst/>
          </a:prstGeom>
          <a:noFill/>
          <a:ln>
            <a:noFill/>
          </a:ln>
        </p:spPr>
      </p:pic>
      <p:pic>
        <p:nvPicPr>
          <p:cNvPr id="2" name="Picture 1"/>
          <p:cNvPicPr>
            <a:picLocks noChangeAspect="1"/>
          </p:cNvPicPr>
          <p:nvPr/>
        </p:nvPicPr>
        <p:blipFill>
          <a:blip r:embed="rId4"/>
          <a:stretch/>
        </p:blipFill>
        <p:spPr bwMode="auto">
          <a:xfrm>
            <a:off x="1447800" y="1752599"/>
            <a:ext cx="6330013" cy="35668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171</TotalTime>
  <Words>2556</Words>
  <Application>Microsoft Office PowerPoint</Application>
  <PresentationFormat>On-screen Show (4:3)</PresentationFormat>
  <Paragraphs>116</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Bahamas</vt:lpstr>
      <vt:lpstr>Calibri</vt:lpstr>
      <vt:lpstr>Calibri Light</vt:lpstr>
      <vt:lpstr>Cambria</vt:lpstr>
      <vt:lpstr>Times New Roman</vt:lpstr>
      <vt:lpstr>Office Theme</vt:lpstr>
      <vt:lpstr>   VARDHAMAN COLLEGE OF ENGINEERING, HYDERABAD Autonomous institute affiliated to JNTUH  DEPARTMENT OF CSE(AI&amp;ML) Mini Project (A8041) Review I</vt:lpstr>
      <vt:lpstr>Outlines</vt:lpstr>
      <vt:lpstr>Abstract</vt:lpstr>
      <vt:lpstr>Introduction</vt:lpstr>
      <vt:lpstr>Introduction</vt:lpstr>
      <vt:lpstr>Introduction</vt:lpstr>
      <vt:lpstr>Introduction</vt:lpstr>
      <vt:lpstr>Introduction</vt:lpstr>
      <vt:lpstr>Introduction</vt:lpstr>
      <vt:lpstr>Literature Review</vt:lpstr>
      <vt:lpstr>State of the Art (SOTA)   </vt:lpstr>
      <vt:lpstr>Existing System  with Pros and Cons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10 k</cp:lastModifiedBy>
  <cp:revision>204</cp:revision>
  <dcterms:created xsi:type="dcterms:W3CDTF">2006-08-16T00:00:00Z</dcterms:created>
  <dcterms:modified xsi:type="dcterms:W3CDTF">2025-05-02T02:10:03Z</dcterms:modified>
</cp:coreProperties>
</file>